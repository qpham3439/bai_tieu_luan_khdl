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D521A3-ECD7-4D35-96B8-C7EB5154C215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EC20846-E4D3-4F83-A16F-6AB35F883B18}">
      <dgm:prSet/>
      <dgm:spPr/>
      <dgm:t>
        <a:bodyPr/>
        <a:lstStyle/>
        <a:p>
          <a:r>
            <a:rPr lang="en-US"/>
            <a:t>Dataset</a:t>
          </a:r>
        </a:p>
      </dgm:t>
    </dgm:pt>
    <dgm:pt modelId="{0C9F8684-0646-46E4-A0FB-E3EF62875935}" type="parTrans" cxnId="{0DAAA118-0EFB-4322-AFE9-349B649DD198}">
      <dgm:prSet/>
      <dgm:spPr/>
      <dgm:t>
        <a:bodyPr/>
        <a:lstStyle/>
        <a:p>
          <a:endParaRPr lang="en-US"/>
        </a:p>
      </dgm:t>
    </dgm:pt>
    <dgm:pt modelId="{C333E995-90A2-4AF3-B211-B91774E952A4}" type="sibTrans" cxnId="{0DAAA118-0EFB-4322-AFE9-349B649DD198}">
      <dgm:prSet/>
      <dgm:spPr/>
      <dgm:t>
        <a:bodyPr/>
        <a:lstStyle/>
        <a:p>
          <a:endParaRPr lang="en-US"/>
        </a:p>
      </dgm:t>
    </dgm:pt>
    <dgm:pt modelId="{AEABB13A-A162-4B21-9B47-A8AC3497B1B3}">
      <dgm:prSet/>
      <dgm:spPr/>
      <dgm:t>
        <a:bodyPr/>
        <a:lstStyle/>
        <a:p>
          <a:r>
            <a:rPr lang="en-US" dirty="0" err="1"/>
            <a:t>Đọc</a:t>
          </a:r>
          <a:r>
            <a:rPr lang="en-US" dirty="0"/>
            <a:t> </a:t>
          </a:r>
          <a:r>
            <a:rPr lang="en-US" dirty="0" err="1"/>
            <a:t>dữ</a:t>
          </a:r>
          <a:r>
            <a:rPr lang="en-US" dirty="0"/>
            <a:t> </a:t>
          </a:r>
          <a:r>
            <a:rPr lang="en-US" dirty="0" err="1"/>
            <a:t>liệu</a:t>
          </a:r>
          <a:endParaRPr lang="en-US" dirty="0"/>
        </a:p>
      </dgm:t>
    </dgm:pt>
    <dgm:pt modelId="{F02756B2-6C8E-4BF9-BFE0-D711A3821690}" type="parTrans" cxnId="{6041F46D-DFAA-4BE6-8510-AE26D34BF076}">
      <dgm:prSet/>
      <dgm:spPr/>
      <dgm:t>
        <a:bodyPr/>
        <a:lstStyle/>
        <a:p>
          <a:endParaRPr lang="en-US"/>
        </a:p>
      </dgm:t>
    </dgm:pt>
    <dgm:pt modelId="{542FD2EA-93B3-4425-BBE2-31194E87F747}" type="sibTrans" cxnId="{6041F46D-DFAA-4BE6-8510-AE26D34BF076}">
      <dgm:prSet/>
      <dgm:spPr/>
      <dgm:t>
        <a:bodyPr/>
        <a:lstStyle/>
        <a:p>
          <a:endParaRPr lang="en-US"/>
        </a:p>
      </dgm:t>
    </dgm:pt>
    <dgm:pt modelId="{54653EBA-C778-411C-9051-83706BC26E71}">
      <dgm:prSet/>
      <dgm:spPr/>
      <dgm:t>
        <a:bodyPr/>
        <a:lstStyle/>
        <a:p>
          <a:r>
            <a:rPr lang="en-US"/>
            <a:t>Tiền xử lý dữ liệu</a:t>
          </a:r>
        </a:p>
      </dgm:t>
    </dgm:pt>
    <dgm:pt modelId="{43FC7A0F-7BF9-4ECB-B4B9-BD8BFAC7FB2E}" type="parTrans" cxnId="{5A648CB9-A6EA-4884-A83B-ECB9946535F5}">
      <dgm:prSet/>
      <dgm:spPr/>
      <dgm:t>
        <a:bodyPr/>
        <a:lstStyle/>
        <a:p>
          <a:endParaRPr lang="en-US"/>
        </a:p>
      </dgm:t>
    </dgm:pt>
    <dgm:pt modelId="{17073485-AED2-4A84-ABB1-730721F0C0F4}" type="sibTrans" cxnId="{5A648CB9-A6EA-4884-A83B-ECB9946535F5}">
      <dgm:prSet/>
      <dgm:spPr/>
      <dgm:t>
        <a:bodyPr/>
        <a:lstStyle/>
        <a:p>
          <a:endParaRPr lang="en-US"/>
        </a:p>
      </dgm:t>
    </dgm:pt>
    <dgm:pt modelId="{FECC47C3-519F-468F-80DA-733E9A642450}">
      <dgm:prSet/>
      <dgm:spPr/>
      <dgm:t>
        <a:bodyPr/>
        <a:lstStyle/>
        <a:p>
          <a:r>
            <a:rPr lang="en-US"/>
            <a:t>Lựa chọn thuộc tính</a:t>
          </a:r>
        </a:p>
      </dgm:t>
    </dgm:pt>
    <dgm:pt modelId="{C917AA78-7FFF-4A7F-B01D-DA7826A099EC}" type="parTrans" cxnId="{F53D924C-7D0F-4014-8711-C59E7A567272}">
      <dgm:prSet/>
      <dgm:spPr/>
      <dgm:t>
        <a:bodyPr/>
        <a:lstStyle/>
        <a:p>
          <a:endParaRPr lang="en-US"/>
        </a:p>
      </dgm:t>
    </dgm:pt>
    <dgm:pt modelId="{10B96033-BA8C-44DC-BDB3-799D2B58B56C}" type="sibTrans" cxnId="{F53D924C-7D0F-4014-8711-C59E7A567272}">
      <dgm:prSet/>
      <dgm:spPr/>
      <dgm:t>
        <a:bodyPr/>
        <a:lstStyle/>
        <a:p>
          <a:endParaRPr lang="en-US"/>
        </a:p>
      </dgm:t>
    </dgm:pt>
    <dgm:pt modelId="{05F16893-A173-48F3-A479-E920864D96AF}">
      <dgm:prSet/>
      <dgm:spPr/>
      <dgm:t>
        <a:bodyPr/>
        <a:lstStyle/>
        <a:p>
          <a:r>
            <a:rPr lang="en-US"/>
            <a:t>Chuẩn hóa dữ liệu</a:t>
          </a:r>
        </a:p>
      </dgm:t>
    </dgm:pt>
    <dgm:pt modelId="{EC66C94F-9700-4119-91BB-3538425F5319}" type="parTrans" cxnId="{10933E5F-54BF-4F7A-B2C0-4ECB81140A45}">
      <dgm:prSet/>
      <dgm:spPr/>
      <dgm:t>
        <a:bodyPr/>
        <a:lstStyle/>
        <a:p>
          <a:endParaRPr lang="en-US"/>
        </a:p>
      </dgm:t>
    </dgm:pt>
    <dgm:pt modelId="{F0E12161-D26F-494F-9B1E-DD0CB4AB01CB}" type="sibTrans" cxnId="{10933E5F-54BF-4F7A-B2C0-4ECB81140A45}">
      <dgm:prSet/>
      <dgm:spPr/>
      <dgm:t>
        <a:bodyPr/>
        <a:lstStyle/>
        <a:p>
          <a:endParaRPr lang="en-US"/>
        </a:p>
      </dgm:t>
    </dgm:pt>
    <dgm:pt modelId="{482CD306-ED57-49B3-931F-2CA25DE48CAA}">
      <dgm:prSet/>
      <dgm:spPr/>
      <dgm:t>
        <a:bodyPr/>
        <a:lstStyle/>
        <a:p>
          <a:r>
            <a:rPr lang="en-US"/>
            <a:t>Phân cụm K-Means</a:t>
          </a:r>
        </a:p>
      </dgm:t>
    </dgm:pt>
    <dgm:pt modelId="{1BE9AE66-A119-493C-A3E7-50B118791BE2}" type="parTrans" cxnId="{10A88CA7-3421-470D-99D5-C68169EF2E38}">
      <dgm:prSet/>
      <dgm:spPr/>
      <dgm:t>
        <a:bodyPr/>
        <a:lstStyle/>
        <a:p>
          <a:endParaRPr lang="en-US"/>
        </a:p>
      </dgm:t>
    </dgm:pt>
    <dgm:pt modelId="{07423EB3-EFA0-4205-962C-1364D1FEAAE7}" type="sibTrans" cxnId="{10A88CA7-3421-470D-99D5-C68169EF2E38}">
      <dgm:prSet/>
      <dgm:spPr/>
      <dgm:t>
        <a:bodyPr/>
        <a:lstStyle/>
        <a:p>
          <a:endParaRPr lang="en-US"/>
        </a:p>
      </dgm:t>
    </dgm:pt>
    <dgm:pt modelId="{8BB99557-8829-40EF-9BA2-48297DF1A7BB}">
      <dgm:prSet/>
      <dgm:spPr/>
      <dgm:t>
        <a:bodyPr/>
        <a:lstStyle/>
        <a:p>
          <a:r>
            <a:rPr lang="en-US"/>
            <a:t>Đánh giá kết quả</a:t>
          </a:r>
        </a:p>
      </dgm:t>
    </dgm:pt>
    <dgm:pt modelId="{9041F007-3476-4C34-932F-81E75D5B08AF}" type="parTrans" cxnId="{676E80EB-07C8-4952-83F0-85067A105205}">
      <dgm:prSet/>
      <dgm:spPr/>
      <dgm:t>
        <a:bodyPr/>
        <a:lstStyle/>
        <a:p>
          <a:endParaRPr lang="en-US"/>
        </a:p>
      </dgm:t>
    </dgm:pt>
    <dgm:pt modelId="{176DBF88-6C01-409E-AB64-113C9766A0DA}" type="sibTrans" cxnId="{676E80EB-07C8-4952-83F0-85067A105205}">
      <dgm:prSet/>
      <dgm:spPr/>
      <dgm:t>
        <a:bodyPr/>
        <a:lstStyle/>
        <a:p>
          <a:endParaRPr lang="en-US"/>
        </a:p>
      </dgm:t>
    </dgm:pt>
    <dgm:pt modelId="{C982C38A-DB36-4EA5-8004-AA92750F7B10}">
      <dgm:prSet/>
      <dgm:spPr/>
      <dgm:t>
        <a:bodyPr/>
        <a:lstStyle/>
        <a:p>
          <a:r>
            <a:rPr lang="en-US"/>
            <a:t>Trực quan hóa</a:t>
          </a:r>
        </a:p>
      </dgm:t>
    </dgm:pt>
    <dgm:pt modelId="{71590257-B42C-4A54-948A-C87D3BCA00DE}" type="parTrans" cxnId="{F5D1EE7F-DE07-4DA7-9D6E-0BA4E6BB85A6}">
      <dgm:prSet/>
      <dgm:spPr/>
      <dgm:t>
        <a:bodyPr/>
        <a:lstStyle/>
        <a:p>
          <a:endParaRPr lang="en-US"/>
        </a:p>
      </dgm:t>
    </dgm:pt>
    <dgm:pt modelId="{73181AC1-9678-4B9B-872C-648EB28BA527}" type="sibTrans" cxnId="{F5D1EE7F-DE07-4DA7-9D6E-0BA4E6BB85A6}">
      <dgm:prSet/>
      <dgm:spPr/>
      <dgm:t>
        <a:bodyPr/>
        <a:lstStyle/>
        <a:p>
          <a:endParaRPr lang="en-US"/>
        </a:p>
      </dgm:t>
    </dgm:pt>
    <dgm:pt modelId="{57DFCCA4-C4F0-4E9D-8F24-4CBE2484FC17}" type="pres">
      <dgm:prSet presAssocID="{CFD521A3-ECD7-4D35-96B8-C7EB5154C215}" presName="Name0" presStyleCnt="0">
        <dgm:presLayoutVars>
          <dgm:dir/>
          <dgm:resizeHandles val="exact"/>
        </dgm:presLayoutVars>
      </dgm:prSet>
      <dgm:spPr/>
    </dgm:pt>
    <dgm:pt modelId="{460AEF99-17A0-425E-BDAF-FB71B976051A}" type="pres">
      <dgm:prSet presAssocID="{3EC20846-E4D3-4F83-A16F-6AB35F883B18}" presName="node" presStyleLbl="node1" presStyleIdx="0" presStyleCnt="8">
        <dgm:presLayoutVars>
          <dgm:bulletEnabled val="1"/>
        </dgm:presLayoutVars>
      </dgm:prSet>
      <dgm:spPr/>
    </dgm:pt>
    <dgm:pt modelId="{60C55A05-65A1-4F7A-9351-76114372749D}" type="pres">
      <dgm:prSet presAssocID="{C333E995-90A2-4AF3-B211-B91774E952A4}" presName="sibTrans" presStyleLbl="sibTrans1D1" presStyleIdx="0" presStyleCnt="7"/>
      <dgm:spPr/>
    </dgm:pt>
    <dgm:pt modelId="{61374976-CAF1-41AD-B355-752CE5E75761}" type="pres">
      <dgm:prSet presAssocID="{C333E995-90A2-4AF3-B211-B91774E952A4}" presName="connectorText" presStyleLbl="sibTrans1D1" presStyleIdx="0" presStyleCnt="7"/>
      <dgm:spPr/>
    </dgm:pt>
    <dgm:pt modelId="{680A1F7B-950B-40EA-91B6-6DF9530F3003}" type="pres">
      <dgm:prSet presAssocID="{AEABB13A-A162-4B21-9B47-A8AC3497B1B3}" presName="node" presStyleLbl="node1" presStyleIdx="1" presStyleCnt="8">
        <dgm:presLayoutVars>
          <dgm:bulletEnabled val="1"/>
        </dgm:presLayoutVars>
      </dgm:prSet>
      <dgm:spPr/>
    </dgm:pt>
    <dgm:pt modelId="{C014B53C-76C5-44A4-91EE-33B0D05CE4DD}" type="pres">
      <dgm:prSet presAssocID="{542FD2EA-93B3-4425-BBE2-31194E87F747}" presName="sibTrans" presStyleLbl="sibTrans1D1" presStyleIdx="1" presStyleCnt="7"/>
      <dgm:spPr/>
    </dgm:pt>
    <dgm:pt modelId="{69B3CD34-63A8-4521-8FA7-E546FD1942D2}" type="pres">
      <dgm:prSet presAssocID="{542FD2EA-93B3-4425-BBE2-31194E87F747}" presName="connectorText" presStyleLbl="sibTrans1D1" presStyleIdx="1" presStyleCnt="7"/>
      <dgm:spPr/>
    </dgm:pt>
    <dgm:pt modelId="{F1B235C0-F5E2-4180-AAB6-3B72EAA27332}" type="pres">
      <dgm:prSet presAssocID="{54653EBA-C778-411C-9051-83706BC26E71}" presName="node" presStyleLbl="node1" presStyleIdx="2" presStyleCnt="8">
        <dgm:presLayoutVars>
          <dgm:bulletEnabled val="1"/>
        </dgm:presLayoutVars>
      </dgm:prSet>
      <dgm:spPr/>
    </dgm:pt>
    <dgm:pt modelId="{73C71D77-CCDA-4AD3-B0A8-8E00F26EEDB5}" type="pres">
      <dgm:prSet presAssocID="{17073485-AED2-4A84-ABB1-730721F0C0F4}" presName="sibTrans" presStyleLbl="sibTrans1D1" presStyleIdx="2" presStyleCnt="7"/>
      <dgm:spPr/>
    </dgm:pt>
    <dgm:pt modelId="{14477B64-7240-4BD5-9751-DF9E77F0C96C}" type="pres">
      <dgm:prSet presAssocID="{17073485-AED2-4A84-ABB1-730721F0C0F4}" presName="connectorText" presStyleLbl="sibTrans1D1" presStyleIdx="2" presStyleCnt="7"/>
      <dgm:spPr/>
    </dgm:pt>
    <dgm:pt modelId="{07F4F2A1-0BD2-4878-BE59-E7ABD4861618}" type="pres">
      <dgm:prSet presAssocID="{FECC47C3-519F-468F-80DA-733E9A642450}" presName="node" presStyleLbl="node1" presStyleIdx="3" presStyleCnt="8">
        <dgm:presLayoutVars>
          <dgm:bulletEnabled val="1"/>
        </dgm:presLayoutVars>
      </dgm:prSet>
      <dgm:spPr/>
    </dgm:pt>
    <dgm:pt modelId="{6C55409A-9935-4B3F-BA56-E153076B3478}" type="pres">
      <dgm:prSet presAssocID="{10B96033-BA8C-44DC-BDB3-799D2B58B56C}" presName="sibTrans" presStyleLbl="sibTrans1D1" presStyleIdx="3" presStyleCnt="7"/>
      <dgm:spPr/>
    </dgm:pt>
    <dgm:pt modelId="{7330B078-F5F4-47FA-81D2-39C3B4C0D899}" type="pres">
      <dgm:prSet presAssocID="{10B96033-BA8C-44DC-BDB3-799D2B58B56C}" presName="connectorText" presStyleLbl="sibTrans1D1" presStyleIdx="3" presStyleCnt="7"/>
      <dgm:spPr/>
    </dgm:pt>
    <dgm:pt modelId="{CDE05786-84D6-49E1-859F-543118965691}" type="pres">
      <dgm:prSet presAssocID="{05F16893-A173-48F3-A479-E920864D96AF}" presName="node" presStyleLbl="node1" presStyleIdx="4" presStyleCnt="8">
        <dgm:presLayoutVars>
          <dgm:bulletEnabled val="1"/>
        </dgm:presLayoutVars>
      </dgm:prSet>
      <dgm:spPr/>
    </dgm:pt>
    <dgm:pt modelId="{1F07D3ED-F704-4D45-AF48-3B08AADDC6D2}" type="pres">
      <dgm:prSet presAssocID="{F0E12161-D26F-494F-9B1E-DD0CB4AB01CB}" presName="sibTrans" presStyleLbl="sibTrans1D1" presStyleIdx="4" presStyleCnt="7"/>
      <dgm:spPr/>
    </dgm:pt>
    <dgm:pt modelId="{8A4EF9D0-3BCA-437E-9AA5-9A3424032E7F}" type="pres">
      <dgm:prSet presAssocID="{F0E12161-D26F-494F-9B1E-DD0CB4AB01CB}" presName="connectorText" presStyleLbl="sibTrans1D1" presStyleIdx="4" presStyleCnt="7"/>
      <dgm:spPr/>
    </dgm:pt>
    <dgm:pt modelId="{2FDC0674-903C-419F-8A10-8B80FB6409FB}" type="pres">
      <dgm:prSet presAssocID="{482CD306-ED57-49B3-931F-2CA25DE48CAA}" presName="node" presStyleLbl="node1" presStyleIdx="5" presStyleCnt="8">
        <dgm:presLayoutVars>
          <dgm:bulletEnabled val="1"/>
        </dgm:presLayoutVars>
      </dgm:prSet>
      <dgm:spPr/>
    </dgm:pt>
    <dgm:pt modelId="{5FEA2E82-A7B3-4E33-AE66-6F9F0144FB0D}" type="pres">
      <dgm:prSet presAssocID="{07423EB3-EFA0-4205-962C-1364D1FEAAE7}" presName="sibTrans" presStyleLbl="sibTrans1D1" presStyleIdx="5" presStyleCnt="7"/>
      <dgm:spPr/>
    </dgm:pt>
    <dgm:pt modelId="{C9D344B9-C625-4C25-A47C-A49837B6F86E}" type="pres">
      <dgm:prSet presAssocID="{07423EB3-EFA0-4205-962C-1364D1FEAAE7}" presName="connectorText" presStyleLbl="sibTrans1D1" presStyleIdx="5" presStyleCnt="7"/>
      <dgm:spPr/>
    </dgm:pt>
    <dgm:pt modelId="{17B0B08F-7145-4BF7-8B5D-FBA53F5408B9}" type="pres">
      <dgm:prSet presAssocID="{8BB99557-8829-40EF-9BA2-48297DF1A7BB}" presName="node" presStyleLbl="node1" presStyleIdx="6" presStyleCnt="8">
        <dgm:presLayoutVars>
          <dgm:bulletEnabled val="1"/>
        </dgm:presLayoutVars>
      </dgm:prSet>
      <dgm:spPr/>
    </dgm:pt>
    <dgm:pt modelId="{88644D48-50E5-471F-9B4A-2AC48126C56B}" type="pres">
      <dgm:prSet presAssocID="{176DBF88-6C01-409E-AB64-113C9766A0DA}" presName="sibTrans" presStyleLbl="sibTrans1D1" presStyleIdx="6" presStyleCnt="7"/>
      <dgm:spPr/>
    </dgm:pt>
    <dgm:pt modelId="{897340FD-8352-4399-B651-C12327C861DF}" type="pres">
      <dgm:prSet presAssocID="{176DBF88-6C01-409E-AB64-113C9766A0DA}" presName="connectorText" presStyleLbl="sibTrans1D1" presStyleIdx="6" presStyleCnt="7"/>
      <dgm:spPr/>
    </dgm:pt>
    <dgm:pt modelId="{98DBE8B6-4376-4FD4-AC70-B7A214F9B897}" type="pres">
      <dgm:prSet presAssocID="{C982C38A-DB36-4EA5-8004-AA92750F7B10}" presName="node" presStyleLbl="node1" presStyleIdx="7" presStyleCnt="8">
        <dgm:presLayoutVars>
          <dgm:bulletEnabled val="1"/>
        </dgm:presLayoutVars>
      </dgm:prSet>
      <dgm:spPr/>
    </dgm:pt>
  </dgm:ptLst>
  <dgm:cxnLst>
    <dgm:cxn modelId="{5F9ED804-6A5E-4810-A003-21695DFA8F5F}" type="presOf" srcId="{07423EB3-EFA0-4205-962C-1364D1FEAAE7}" destId="{5FEA2E82-A7B3-4E33-AE66-6F9F0144FB0D}" srcOrd="0" destOrd="0" presId="urn:microsoft.com/office/officeart/2016/7/layout/RepeatingBendingProcessNew"/>
    <dgm:cxn modelId="{F356FB04-D8C4-4648-86B1-DBF8CF0C8FFE}" type="presOf" srcId="{176DBF88-6C01-409E-AB64-113C9766A0DA}" destId="{897340FD-8352-4399-B651-C12327C861DF}" srcOrd="1" destOrd="0" presId="urn:microsoft.com/office/officeart/2016/7/layout/RepeatingBendingProcessNew"/>
    <dgm:cxn modelId="{9F613B06-C720-4492-A9AB-9DC2F7603A6D}" type="presOf" srcId="{176DBF88-6C01-409E-AB64-113C9766A0DA}" destId="{88644D48-50E5-471F-9B4A-2AC48126C56B}" srcOrd="0" destOrd="0" presId="urn:microsoft.com/office/officeart/2016/7/layout/RepeatingBendingProcessNew"/>
    <dgm:cxn modelId="{9F30550D-7744-486D-979F-C4FA706A5461}" type="presOf" srcId="{17073485-AED2-4A84-ABB1-730721F0C0F4}" destId="{73C71D77-CCDA-4AD3-B0A8-8E00F26EEDB5}" srcOrd="0" destOrd="0" presId="urn:microsoft.com/office/officeart/2016/7/layout/RepeatingBendingProcessNew"/>
    <dgm:cxn modelId="{0DAAA118-0EFB-4322-AFE9-349B649DD198}" srcId="{CFD521A3-ECD7-4D35-96B8-C7EB5154C215}" destId="{3EC20846-E4D3-4F83-A16F-6AB35F883B18}" srcOrd="0" destOrd="0" parTransId="{0C9F8684-0646-46E4-A0FB-E3EF62875935}" sibTransId="{C333E995-90A2-4AF3-B211-B91774E952A4}"/>
    <dgm:cxn modelId="{D5588621-50EA-408E-9F0C-89A03469C58C}" type="presOf" srcId="{05F16893-A173-48F3-A479-E920864D96AF}" destId="{CDE05786-84D6-49E1-859F-543118965691}" srcOrd="0" destOrd="0" presId="urn:microsoft.com/office/officeart/2016/7/layout/RepeatingBendingProcessNew"/>
    <dgm:cxn modelId="{44D50737-9D91-4ADC-90CD-72837FC80C79}" type="presOf" srcId="{C333E995-90A2-4AF3-B211-B91774E952A4}" destId="{60C55A05-65A1-4F7A-9351-76114372749D}" srcOrd="0" destOrd="0" presId="urn:microsoft.com/office/officeart/2016/7/layout/RepeatingBendingProcessNew"/>
    <dgm:cxn modelId="{10933E5F-54BF-4F7A-B2C0-4ECB81140A45}" srcId="{CFD521A3-ECD7-4D35-96B8-C7EB5154C215}" destId="{05F16893-A173-48F3-A479-E920864D96AF}" srcOrd="4" destOrd="0" parTransId="{EC66C94F-9700-4119-91BB-3538425F5319}" sibTransId="{F0E12161-D26F-494F-9B1E-DD0CB4AB01CB}"/>
    <dgm:cxn modelId="{1891EC41-8418-4567-9008-0CE8B50381BF}" type="presOf" srcId="{10B96033-BA8C-44DC-BDB3-799D2B58B56C}" destId="{7330B078-F5F4-47FA-81D2-39C3B4C0D899}" srcOrd="1" destOrd="0" presId="urn:microsoft.com/office/officeart/2016/7/layout/RepeatingBendingProcessNew"/>
    <dgm:cxn modelId="{DC4FAD42-C039-46E3-A528-F9647E90D0E8}" type="presOf" srcId="{8BB99557-8829-40EF-9BA2-48297DF1A7BB}" destId="{17B0B08F-7145-4BF7-8B5D-FBA53F5408B9}" srcOrd="0" destOrd="0" presId="urn:microsoft.com/office/officeart/2016/7/layout/RepeatingBendingProcessNew"/>
    <dgm:cxn modelId="{B4EF1663-880C-49F6-B9F9-FE2D33DDFE8C}" type="presOf" srcId="{10B96033-BA8C-44DC-BDB3-799D2B58B56C}" destId="{6C55409A-9935-4B3F-BA56-E153076B3478}" srcOrd="0" destOrd="0" presId="urn:microsoft.com/office/officeart/2016/7/layout/RepeatingBendingProcessNew"/>
    <dgm:cxn modelId="{932E0266-072C-4680-A2F2-03A8C97F17AC}" type="presOf" srcId="{542FD2EA-93B3-4425-BBE2-31194E87F747}" destId="{C014B53C-76C5-44A4-91EE-33B0D05CE4DD}" srcOrd="0" destOrd="0" presId="urn:microsoft.com/office/officeart/2016/7/layout/RepeatingBendingProcessNew"/>
    <dgm:cxn modelId="{9B8F6446-F61A-4E93-AF20-7510E98A8B22}" type="presOf" srcId="{CFD521A3-ECD7-4D35-96B8-C7EB5154C215}" destId="{57DFCCA4-C4F0-4E9D-8F24-4CBE2484FC17}" srcOrd="0" destOrd="0" presId="urn:microsoft.com/office/officeart/2016/7/layout/RepeatingBendingProcessNew"/>
    <dgm:cxn modelId="{F53D924C-7D0F-4014-8711-C59E7A567272}" srcId="{CFD521A3-ECD7-4D35-96B8-C7EB5154C215}" destId="{FECC47C3-519F-468F-80DA-733E9A642450}" srcOrd="3" destOrd="0" parTransId="{C917AA78-7FFF-4A7F-B01D-DA7826A099EC}" sibTransId="{10B96033-BA8C-44DC-BDB3-799D2B58B56C}"/>
    <dgm:cxn modelId="{6041F46D-DFAA-4BE6-8510-AE26D34BF076}" srcId="{CFD521A3-ECD7-4D35-96B8-C7EB5154C215}" destId="{AEABB13A-A162-4B21-9B47-A8AC3497B1B3}" srcOrd="1" destOrd="0" parTransId="{F02756B2-6C8E-4BF9-BFE0-D711A3821690}" sibTransId="{542FD2EA-93B3-4425-BBE2-31194E87F747}"/>
    <dgm:cxn modelId="{CD013A6F-E3AF-4E0B-9AA6-1DF98C29C34F}" type="presOf" srcId="{17073485-AED2-4A84-ABB1-730721F0C0F4}" destId="{14477B64-7240-4BD5-9751-DF9E77F0C96C}" srcOrd="1" destOrd="0" presId="urn:microsoft.com/office/officeart/2016/7/layout/RepeatingBendingProcessNew"/>
    <dgm:cxn modelId="{A8ABA64F-089A-4BAB-BF26-B196CEAD0347}" type="presOf" srcId="{AEABB13A-A162-4B21-9B47-A8AC3497B1B3}" destId="{680A1F7B-950B-40EA-91B6-6DF9530F3003}" srcOrd="0" destOrd="0" presId="urn:microsoft.com/office/officeart/2016/7/layout/RepeatingBendingProcessNew"/>
    <dgm:cxn modelId="{93EFCC7C-FFEB-4A37-ADC1-F10A6D97405E}" type="presOf" srcId="{3EC20846-E4D3-4F83-A16F-6AB35F883B18}" destId="{460AEF99-17A0-425E-BDAF-FB71B976051A}" srcOrd="0" destOrd="0" presId="urn:microsoft.com/office/officeart/2016/7/layout/RepeatingBendingProcessNew"/>
    <dgm:cxn modelId="{F5D1EE7F-DE07-4DA7-9D6E-0BA4E6BB85A6}" srcId="{CFD521A3-ECD7-4D35-96B8-C7EB5154C215}" destId="{C982C38A-DB36-4EA5-8004-AA92750F7B10}" srcOrd="7" destOrd="0" parTransId="{71590257-B42C-4A54-948A-C87D3BCA00DE}" sibTransId="{73181AC1-9678-4B9B-872C-648EB28BA527}"/>
    <dgm:cxn modelId="{834B2A85-4E58-408C-B6E0-46D09B5FE8A1}" type="presOf" srcId="{07423EB3-EFA0-4205-962C-1364D1FEAAE7}" destId="{C9D344B9-C625-4C25-A47C-A49837B6F86E}" srcOrd="1" destOrd="0" presId="urn:microsoft.com/office/officeart/2016/7/layout/RepeatingBendingProcessNew"/>
    <dgm:cxn modelId="{BFF9F08A-8F23-4924-9BEF-5F98D29AC79B}" type="presOf" srcId="{54653EBA-C778-411C-9051-83706BC26E71}" destId="{F1B235C0-F5E2-4180-AAB6-3B72EAA27332}" srcOrd="0" destOrd="0" presId="urn:microsoft.com/office/officeart/2016/7/layout/RepeatingBendingProcessNew"/>
    <dgm:cxn modelId="{A66BD3A2-34A6-4E22-8800-66D6676A5976}" type="presOf" srcId="{482CD306-ED57-49B3-931F-2CA25DE48CAA}" destId="{2FDC0674-903C-419F-8A10-8B80FB6409FB}" srcOrd="0" destOrd="0" presId="urn:microsoft.com/office/officeart/2016/7/layout/RepeatingBendingProcessNew"/>
    <dgm:cxn modelId="{10A88CA7-3421-470D-99D5-C68169EF2E38}" srcId="{CFD521A3-ECD7-4D35-96B8-C7EB5154C215}" destId="{482CD306-ED57-49B3-931F-2CA25DE48CAA}" srcOrd="5" destOrd="0" parTransId="{1BE9AE66-A119-493C-A3E7-50B118791BE2}" sibTransId="{07423EB3-EFA0-4205-962C-1364D1FEAAE7}"/>
    <dgm:cxn modelId="{F0344BAF-42CF-4A8A-9177-513B588ACF18}" type="presOf" srcId="{FECC47C3-519F-468F-80DA-733E9A642450}" destId="{07F4F2A1-0BD2-4878-BE59-E7ABD4861618}" srcOrd="0" destOrd="0" presId="urn:microsoft.com/office/officeart/2016/7/layout/RepeatingBendingProcessNew"/>
    <dgm:cxn modelId="{2078CBB8-6593-49EC-83A1-125D8824E345}" type="presOf" srcId="{F0E12161-D26F-494F-9B1E-DD0CB4AB01CB}" destId="{8A4EF9D0-3BCA-437E-9AA5-9A3424032E7F}" srcOrd="1" destOrd="0" presId="urn:microsoft.com/office/officeart/2016/7/layout/RepeatingBendingProcessNew"/>
    <dgm:cxn modelId="{5A648CB9-A6EA-4884-A83B-ECB9946535F5}" srcId="{CFD521A3-ECD7-4D35-96B8-C7EB5154C215}" destId="{54653EBA-C778-411C-9051-83706BC26E71}" srcOrd="2" destOrd="0" parTransId="{43FC7A0F-7BF9-4ECB-B4B9-BD8BFAC7FB2E}" sibTransId="{17073485-AED2-4A84-ABB1-730721F0C0F4}"/>
    <dgm:cxn modelId="{025FD5BE-498C-49AC-A27D-24EC9AAFC683}" type="presOf" srcId="{C333E995-90A2-4AF3-B211-B91774E952A4}" destId="{61374976-CAF1-41AD-B355-752CE5E75761}" srcOrd="1" destOrd="0" presId="urn:microsoft.com/office/officeart/2016/7/layout/RepeatingBendingProcessNew"/>
    <dgm:cxn modelId="{9FC409E2-13E2-4321-9942-C63DAEB4CCA3}" type="presOf" srcId="{542FD2EA-93B3-4425-BBE2-31194E87F747}" destId="{69B3CD34-63A8-4521-8FA7-E546FD1942D2}" srcOrd="1" destOrd="0" presId="urn:microsoft.com/office/officeart/2016/7/layout/RepeatingBendingProcessNew"/>
    <dgm:cxn modelId="{676E80EB-07C8-4952-83F0-85067A105205}" srcId="{CFD521A3-ECD7-4D35-96B8-C7EB5154C215}" destId="{8BB99557-8829-40EF-9BA2-48297DF1A7BB}" srcOrd="6" destOrd="0" parTransId="{9041F007-3476-4C34-932F-81E75D5B08AF}" sibTransId="{176DBF88-6C01-409E-AB64-113C9766A0DA}"/>
    <dgm:cxn modelId="{AFCAF6EF-EEF6-4DDF-A848-96704614A3D6}" type="presOf" srcId="{F0E12161-D26F-494F-9B1E-DD0CB4AB01CB}" destId="{1F07D3ED-F704-4D45-AF48-3B08AADDC6D2}" srcOrd="0" destOrd="0" presId="urn:microsoft.com/office/officeart/2016/7/layout/RepeatingBendingProcessNew"/>
    <dgm:cxn modelId="{B746A1F5-4AEC-49AD-BF12-90A3D3D344A8}" type="presOf" srcId="{C982C38A-DB36-4EA5-8004-AA92750F7B10}" destId="{98DBE8B6-4376-4FD4-AC70-B7A214F9B897}" srcOrd="0" destOrd="0" presId="urn:microsoft.com/office/officeart/2016/7/layout/RepeatingBendingProcessNew"/>
    <dgm:cxn modelId="{A21E5D68-E73B-4CDD-B655-F487846895E7}" type="presParOf" srcId="{57DFCCA4-C4F0-4E9D-8F24-4CBE2484FC17}" destId="{460AEF99-17A0-425E-BDAF-FB71B976051A}" srcOrd="0" destOrd="0" presId="urn:microsoft.com/office/officeart/2016/7/layout/RepeatingBendingProcessNew"/>
    <dgm:cxn modelId="{FA81EE60-4DDF-4FFC-AF8D-8A4739A5A810}" type="presParOf" srcId="{57DFCCA4-C4F0-4E9D-8F24-4CBE2484FC17}" destId="{60C55A05-65A1-4F7A-9351-76114372749D}" srcOrd="1" destOrd="0" presId="urn:microsoft.com/office/officeart/2016/7/layout/RepeatingBendingProcessNew"/>
    <dgm:cxn modelId="{A7553198-51F8-4748-85F1-E6F28AA543C2}" type="presParOf" srcId="{60C55A05-65A1-4F7A-9351-76114372749D}" destId="{61374976-CAF1-41AD-B355-752CE5E75761}" srcOrd="0" destOrd="0" presId="urn:microsoft.com/office/officeart/2016/7/layout/RepeatingBendingProcessNew"/>
    <dgm:cxn modelId="{84DB5B62-2C07-4424-BA06-C61B3CAC9A47}" type="presParOf" srcId="{57DFCCA4-C4F0-4E9D-8F24-4CBE2484FC17}" destId="{680A1F7B-950B-40EA-91B6-6DF9530F3003}" srcOrd="2" destOrd="0" presId="urn:microsoft.com/office/officeart/2016/7/layout/RepeatingBendingProcessNew"/>
    <dgm:cxn modelId="{C9668E53-313B-4DE8-82A8-3A568E8F767E}" type="presParOf" srcId="{57DFCCA4-C4F0-4E9D-8F24-4CBE2484FC17}" destId="{C014B53C-76C5-44A4-91EE-33B0D05CE4DD}" srcOrd="3" destOrd="0" presId="urn:microsoft.com/office/officeart/2016/7/layout/RepeatingBendingProcessNew"/>
    <dgm:cxn modelId="{7A49F571-AA4F-4DCE-A8E4-7FDCB6FDBE53}" type="presParOf" srcId="{C014B53C-76C5-44A4-91EE-33B0D05CE4DD}" destId="{69B3CD34-63A8-4521-8FA7-E546FD1942D2}" srcOrd="0" destOrd="0" presId="urn:microsoft.com/office/officeart/2016/7/layout/RepeatingBendingProcessNew"/>
    <dgm:cxn modelId="{7667BD4B-22A8-4937-B7DA-BCADFB1C0CE0}" type="presParOf" srcId="{57DFCCA4-C4F0-4E9D-8F24-4CBE2484FC17}" destId="{F1B235C0-F5E2-4180-AAB6-3B72EAA27332}" srcOrd="4" destOrd="0" presId="urn:microsoft.com/office/officeart/2016/7/layout/RepeatingBendingProcessNew"/>
    <dgm:cxn modelId="{BA91A79F-4393-4BE6-A769-A658086B7E82}" type="presParOf" srcId="{57DFCCA4-C4F0-4E9D-8F24-4CBE2484FC17}" destId="{73C71D77-CCDA-4AD3-B0A8-8E00F26EEDB5}" srcOrd="5" destOrd="0" presId="urn:microsoft.com/office/officeart/2016/7/layout/RepeatingBendingProcessNew"/>
    <dgm:cxn modelId="{BAA7CA77-FF97-48C2-AE2B-9ADC1F6E60F9}" type="presParOf" srcId="{73C71D77-CCDA-4AD3-B0A8-8E00F26EEDB5}" destId="{14477B64-7240-4BD5-9751-DF9E77F0C96C}" srcOrd="0" destOrd="0" presId="urn:microsoft.com/office/officeart/2016/7/layout/RepeatingBendingProcessNew"/>
    <dgm:cxn modelId="{CEC30D15-B36E-42F6-8E9A-C7835F53A126}" type="presParOf" srcId="{57DFCCA4-C4F0-4E9D-8F24-4CBE2484FC17}" destId="{07F4F2A1-0BD2-4878-BE59-E7ABD4861618}" srcOrd="6" destOrd="0" presId="urn:microsoft.com/office/officeart/2016/7/layout/RepeatingBendingProcessNew"/>
    <dgm:cxn modelId="{192C0242-1762-4B98-9A6E-496225169065}" type="presParOf" srcId="{57DFCCA4-C4F0-4E9D-8F24-4CBE2484FC17}" destId="{6C55409A-9935-4B3F-BA56-E153076B3478}" srcOrd="7" destOrd="0" presId="urn:microsoft.com/office/officeart/2016/7/layout/RepeatingBendingProcessNew"/>
    <dgm:cxn modelId="{FCB0B71B-B941-49F4-BED8-16D5971ADE0C}" type="presParOf" srcId="{6C55409A-9935-4B3F-BA56-E153076B3478}" destId="{7330B078-F5F4-47FA-81D2-39C3B4C0D899}" srcOrd="0" destOrd="0" presId="urn:microsoft.com/office/officeart/2016/7/layout/RepeatingBendingProcessNew"/>
    <dgm:cxn modelId="{0EE0E178-AD1A-4BBA-A9DB-65F2D7945440}" type="presParOf" srcId="{57DFCCA4-C4F0-4E9D-8F24-4CBE2484FC17}" destId="{CDE05786-84D6-49E1-859F-543118965691}" srcOrd="8" destOrd="0" presId="urn:microsoft.com/office/officeart/2016/7/layout/RepeatingBendingProcessNew"/>
    <dgm:cxn modelId="{C80DBC14-F13E-4A1C-86C7-73D832D870DC}" type="presParOf" srcId="{57DFCCA4-C4F0-4E9D-8F24-4CBE2484FC17}" destId="{1F07D3ED-F704-4D45-AF48-3B08AADDC6D2}" srcOrd="9" destOrd="0" presId="urn:microsoft.com/office/officeart/2016/7/layout/RepeatingBendingProcessNew"/>
    <dgm:cxn modelId="{B4AA8FFB-38AD-48FF-A8B9-5F9089D0032E}" type="presParOf" srcId="{1F07D3ED-F704-4D45-AF48-3B08AADDC6D2}" destId="{8A4EF9D0-3BCA-437E-9AA5-9A3424032E7F}" srcOrd="0" destOrd="0" presId="urn:microsoft.com/office/officeart/2016/7/layout/RepeatingBendingProcessNew"/>
    <dgm:cxn modelId="{9C6AD106-3B49-45C5-BFE3-05C7302D5C9D}" type="presParOf" srcId="{57DFCCA4-C4F0-4E9D-8F24-4CBE2484FC17}" destId="{2FDC0674-903C-419F-8A10-8B80FB6409FB}" srcOrd="10" destOrd="0" presId="urn:microsoft.com/office/officeart/2016/7/layout/RepeatingBendingProcessNew"/>
    <dgm:cxn modelId="{0F964E3F-B5EF-4276-856A-D4F3CF74E002}" type="presParOf" srcId="{57DFCCA4-C4F0-4E9D-8F24-4CBE2484FC17}" destId="{5FEA2E82-A7B3-4E33-AE66-6F9F0144FB0D}" srcOrd="11" destOrd="0" presId="urn:microsoft.com/office/officeart/2016/7/layout/RepeatingBendingProcessNew"/>
    <dgm:cxn modelId="{59EDC4BB-F969-4DCD-9EDF-285BA9128DFC}" type="presParOf" srcId="{5FEA2E82-A7B3-4E33-AE66-6F9F0144FB0D}" destId="{C9D344B9-C625-4C25-A47C-A49837B6F86E}" srcOrd="0" destOrd="0" presId="urn:microsoft.com/office/officeart/2016/7/layout/RepeatingBendingProcessNew"/>
    <dgm:cxn modelId="{15AE12AD-9FBF-4DB4-B3B7-887DC78DD0C8}" type="presParOf" srcId="{57DFCCA4-C4F0-4E9D-8F24-4CBE2484FC17}" destId="{17B0B08F-7145-4BF7-8B5D-FBA53F5408B9}" srcOrd="12" destOrd="0" presId="urn:microsoft.com/office/officeart/2016/7/layout/RepeatingBendingProcessNew"/>
    <dgm:cxn modelId="{178CBC79-7E7D-4918-9B8D-A45BA4ED7358}" type="presParOf" srcId="{57DFCCA4-C4F0-4E9D-8F24-4CBE2484FC17}" destId="{88644D48-50E5-471F-9B4A-2AC48126C56B}" srcOrd="13" destOrd="0" presId="urn:microsoft.com/office/officeart/2016/7/layout/RepeatingBendingProcessNew"/>
    <dgm:cxn modelId="{21933D50-E82F-41DE-989A-74E257691718}" type="presParOf" srcId="{88644D48-50E5-471F-9B4A-2AC48126C56B}" destId="{897340FD-8352-4399-B651-C12327C861DF}" srcOrd="0" destOrd="0" presId="urn:microsoft.com/office/officeart/2016/7/layout/RepeatingBendingProcessNew"/>
    <dgm:cxn modelId="{CD9F0E7A-46FD-4EB6-8104-E00B1A2A7D45}" type="presParOf" srcId="{57DFCCA4-C4F0-4E9D-8F24-4CBE2484FC17}" destId="{98DBE8B6-4376-4FD4-AC70-B7A214F9B897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D4C471-809B-421B-9CE5-389EB7190A2D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A9D6355-50E3-4FE7-9944-2B1F6612430D}">
      <dgm:prSet/>
      <dgm:spPr/>
      <dgm:t>
        <a:bodyPr/>
        <a:lstStyle/>
        <a:p>
          <a:r>
            <a:rPr lang="en-US"/>
            <a:t>Thử nghiệm thêm thuật toán khác.</a:t>
          </a:r>
        </a:p>
      </dgm:t>
    </dgm:pt>
    <dgm:pt modelId="{657A3647-E32C-4660-9D4C-96EE52AAEAB1}" type="parTrans" cxnId="{4083D5C2-1BD2-43E4-AE95-4DB95D1B4B9C}">
      <dgm:prSet/>
      <dgm:spPr/>
      <dgm:t>
        <a:bodyPr/>
        <a:lstStyle/>
        <a:p>
          <a:endParaRPr lang="en-US"/>
        </a:p>
      </dgm:t>
    </dgm:pt>
    <dgm:pt modelId="{97DE90F9-89C8-40FF-AFEB-49A119EA5FA8}" type="sibTrans" cxnId="{4083D5C2-1BD2-43E4-AE95-4DB95D1B4B9C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AC6370B0-D680-4233-B03F-EF72E20256C9}">
      <dgm:prSet/>
      <dgm:spPr/>
      <dgm:t>
        <a:bodyPr/>
        <a:lstStyle/>
        <a:p>
          <a:r>
            <a:rPr lang="en-US"/>
            <a:t>Mở rộng tập thuộc tính.</a:t>
          </a:r>
        </a:p>
      </dgm:t>
    </dgm:pt>
    <dgm:pt modelId="{A822CCFD-3CCF-43F0-BE1C-A7DBED2A5D99}" type="parTrans" cxnId="{E8C94375-D01E-4B8F-A589-BB76AFDFB66C}">
      <dgm:prSet/>
      <dgm:spPr/>
      <dgm:t>
        <a:bodyPr/>
        <a:lstStyle/>
        <a:p>
          <a:endParaRPr lang="en-US"/>
        </a:p>
      </dgm:t>
    </dgm:pt>
    <dgm:pt modelId="{F27343A2-4378-4ED5-B285-54F71A911E55}" type="sibTrans" cxnId="{E8C94375-D01E-4B8F-A589-BB76AFDFB66C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7A9AA08B-998F-48C8-B292-E60908C73BDF}">
      <dgm:prSet/>
      <dgm:spPr/>
      <dgm:t>
        <a:bodyPr/>
        <a:lstStyle/>
        <a:p>
          <a:r>
            <a:rPr lang="en-US"/>
            <a:t>Áp dụng mô hình dự đoán.</a:t>
          </a:r>
        </a:p>
      </dgm:t>
    </dgm:pt>
    <dgm:pt modelId="{C06A3D6B-EA84-4BE7-B7A3-A854CCF20873}" type="parTrans" cxnId="{D5540CDD-4A8C-41AB-BCDE-428A6E94E1EB}">
      <dgm:prSet/>
      <dgm:spPr/>
      <dgm:t>
        <a:bodyPr/>
        <a:lstStyle/>
        <a:p>
          <a:endParaRPr lang="en-US"/>
        </a:p>
      </dgm:t>
    </dgm:pt>
    <dgm:pt modelId="{F274097C-06AA-43A9-8766-2C7C06B5F689}" type="sibTrans" cxnId="{D5540CDD-4A8C-41AB-BCDE-428A6E94E1EB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960601CE-4E03-48FD-8092-CBE204836339}">
      <dgm:prSet/>
      <dgm:spPr/>
      <dgm:t>
        <a:bodyPr/>
        <a:lstStyle/>
        <a:p>
          <a:r>
            <a:rPr lang="en-US"/>
            <a:t>Xây dựng dashboard trực quan.</a:t>
          </a:r>
        </a:p>
      </dgm:t>
    </dgm:pt>
    <dgm:pt modelId="{84A20A61-4653-4606-AEE6-F0A4681AB1CA}" type="parTrans" cxnId="{AD05FC4D-7299-4CAE-9501-A731F7A5AF66}">
      <dgm:prSet/>
      <dgm:spPr/>
      <dgm:t>
        <a:bodyPr/>
        <a:lstStyle/>
        <a:p>
          <a:endParaRPr lang="en-US"/>
        </a:p>
      </dgm:t>
    </dgm:pt>
    <dgm:pt modelId="{AF59A5CF-09A1-4A59-A081-3FA8CCAE97C5}" type="sibTrans" cxnId="{AD05FC4D-7299-4CAE-9501-A731F7A5AF66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66A69083-34D4-4D2B-846F-F69B0DE8F33B}" type="pres">
      <dgm:prSet presAssocID="{7ED4C471-809B-421B-9CE5-389EB7190A2D}" presName="Name0" presStyleCnt="0">
        <dgm:presLayoutVars>
          <dgm:animLvl val="lvl"/>
          <dgm:resizeHandles val="exact"/>
        </dgm:presLayoutVars>
      </dgm:prSet>
      <dgm:spPr/>
    </dgm:pt>
    <dgm:pt modelId="{1B6D5A6C-05C4-4D83-B88F-0294F24B2A31}" type="pres">
      <dgm:prSet presAssocID="{7A9D6355-50E3-4FE7-9944-2B1F6612430D}" presName="compositeNode" presStyleCnt="0">
        <dgm:presLayoutVars>
          <dgm:bulletEnabled val="1"/>
        </dgm:presLayoutVars>
      </dgm:prSet>
      <dgm:spPr/>
    </dgm:pt>
    <dgm:pt modelId="{B9DCE0FF-4B49-4453-A946-3FE4F9F1CE99}" type="pres">
      <dgm:prSet presAssocID="{7A9D6355-50E3-4FE7-9944-2B1F6612430D}" presName="bgRect" presStyleLbl="alignNode1" presStyleIdx="0" presStyleCnt="4"/>
      <dgm:spPr/>
    </dgm:pt>
    <dgm:pt modelId="{B0026511-2BA4-46F6-8AEA-4DD9A186174A}" type="pres">
      <dgm:prSet presAssocID="{97DE90F9-89C8-40FF-AFEB-49A119EA5FA8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455856A3-7CF1-408F-BEB2-96717648B6C1}" type="pres">
      <dgm:prSet presAssocID="{7A9D6355-50E3-4FE7-9944-2B1F6612430D}" presName="nodeRect" presStyleLbl="alignNode1" presStyleIdx="0" presStyleCnt="4">
        <dgm:presLayoutVars>
          <dgm:bulletEnabled val="1"/>
        </dgm:presLayoutVars>
      </dgm:prSet>
      <dgm:spPr/>
    </dgm:pt>
    <dgm:pt modelId="{8ADCC5D7-0770-4BFA-B9C2-9D4678F4356F}" type="pres">
      <dgm:prSet presAssocID="{97DE90F9-89C8-40FF-AFEB-49A119EA5FA8}" presName="sibTrans" presStyleCnt="0"/>
      <dgm:spPr/>
    </dgm:pt>
    <dgm:pt modelId="{DFD065DA-5A41-42AC-8B62-23127498FFA8}" type="pres">
      <dgm:prSet presAssocID="{AC6370B0-D680-4233-B03F-EF72E20256C9}" presName="compositeNode" presStyleCnt="0">
        <dgm:presLayoutVars>
          <dgm:bulletEnabled val="1"/>
        </dgm:presLayoutVars>
      </dgm:prSet>
      <dgm:spPr/>
    </dgm:pt>
    <dgm:pt modelId="{B5A729F4-E927-42BA-BD0F-EB774098D83C}" type="pres">
      <dgm:prSet presAssocID="{AC6370B0-D680-4233-B03F-EF72E20256C9}" presName="bgRect" presStyleLbl="alignNode1" presStyleIdx="1" presStyleCnt="4"/>
      <dgm:spPr/>
    </dgm:pt>
    <dgm:pt modelId="{BB9C7B7B-5EB7-4137-B37A-0C9E15FA50CC}" type="pres">
      <dgm:prSet presAssocID="{F27343A2-4378-4ED5-B285-54F71A911E55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4EC4AE03-8A07-4181-9BD9-28501F26D0BC}" type="pres">
      <dgm:prSet presAssocID="{AC6370B0-D680-4233-B03F-EF72E20256C9}" presName="nodeRect" presStyleLbl="alignNode1" presStyleIdx="1" presStyleCnt="4">
        <dgm:presLayoutVars>
          <dgm:bulletEnabled val="1"/>
        </dgm:presLayoutVars>
      </dgm:prSet>
      <dgm:spPr/>
    </dgm:pt>
    <dgm:pt modelId="{95780002-684D-4D27-A8C3-6E5E7B239451}" type="pres">
      <dgm:prSet presAssocID="{F27343A2-4378-4ED5-B285-54F71A911E55}" presName="sibTrans" presStyleCnt="0"/>
      <dgm:spPr/>
    </dgm:pt>
    <dgm:pt modelId="{023AE3F0-3FF9-4F7E-87ED-296AE1193492}" type="pres">
      <dgm:prSet presAssocID="{7A9AA08B-998F-48C8-B292-E60908C73BDF}" presName="compositeNode" presStyleCnt="0">
        <dgm:presLayoutVars>
          <dgm:bulletEnabled val="1"/>
        </dgm:presLayoutVars>
      </dgm:prSet>
      <dgm:spPr/>
    </dgm:pt>
    <dgm:pt modelId="{C18D3D39-FA9A-4EEA-ACCA-AB54DD85D49A}" type="pres">
      <dgm:prSet presAssocID="{7A9AA08B-998F-48C8-B292-E60908C73BDF}" presName="bgRect" presStyleLbl="alignNode1" presStyleIdx="2" presStyleCnt="4"/>
      <dgm:spPr/>
    </dgm:pt>
    <dgm:pt modelId="{4B9A31FA-3C4B-4242-9AEA-290742D86E7F}" type="pres">
      <dgm:prSet presAssocID="{F274097C-06AA-43A9-8766-2C7C06B5F689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82B192AE-5A4D-47FF-8EE0-81E915518E67}" type="pres">
      <dgm:prSet presAssocID="{7A9AA08B-998F-48C8-B292-E60908C73BDF}" presName="nodeRect" presStyleLbl="alignNode1" presStyleIdx="2" presStyleCnt="4">
        <dgm:presLayoutVars>
          <dgm:bulletEnabled val="1"/>
        </dgm:presLayoutVars>
      </dgm:prSet>
      <dgm:spPr/>
    </dgm:pt>
    <dgm:pt modelId="{8A51E140-F2BC-4D90-959F-5B3DC6F3EAD7}" type="pres">
      <dgm:prSet presAssocID="{F274097C-06AA-43A9-8766-2C7C06B5F689}" presName="sibTrans" presStyleCnt="0"/>
      <dgm:spPr/>
    </dgm:pt>
    <dgm:pt modelId="{7BB10078-6103-4CCC-B9FD-CF8CC7649339}" type="pres">
      <dgm:prSet presAssocID="{960601CE-4E03-48FD-8092-CBE204836339}" presName="compositeNode" presStyleCnt="0">
        <dgm:presLayoutVars>
          <dgm:bulletEnabled val="1"/>
        </dgm:presLayoutVars>
      </dgm:prSet>
      <dgm:spPr/>
    </dgm:pt>
    <dgm:pt modelId="{7B104790-F2B4-4F0E-92D9-DF941AAEB0D7}" type="pres">
      <dgm:prSet presAssocID="{960601CE-4E03-48FD-8092-CBE204836339}" presName="bgRect" presStyleLbl="alignNode1" presStyleIdx="3" presStyleCnt="4"/>
      <dgm:spPr/>
    </dgm:pt>
    <dgm:pt modelId="{4FCC92DF-269D-4683-8C40-53A3B15B0C3E}" type="pres">
      <dgm:prSet presAssocID="{AF59A5CF-09A1-4A59-A081-3FA8CCAE97C5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1C9024D6-963F-470B-BC2A-696C39067EDE}" type="pres">
      <dgm:prSet presAssocID="{960601CE-4E03-48FD-8092-CBE204836339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80E3CB00-3312-4726-A549-39711C447EEE}" type="presOf" srcId="{97DE90F9-89C8-40FF-AFEB-49A119EA5FA8}" destId="{B0026511-2BA4-46F6-8AEA-4DD9A186174A}" srcOrd="0" destOrd="0" presId="urn:microsoft.com/office/officeart/2016/7/layout/LinearBlockProcessNumbered"/>
    <dgm:cxn modelId="{EE264501-1FAE-47B4-842A-7A0242A7F49C}" type="presOf" srcId="{7A9AA08B-998F-48C8-B292-E60908C73BDF}" destId="{C18D3D39-FA9A-4EEA-ACCA-AB54DD85D49A}" srcOrd="0" destOrd="0" presId="urn:microsoft.com/office/officeart/2016/7/layout/LinearBlockProcessNumbered"/>
    <dgm:cxn modelId="{95980203-CF39-4970-BB44-D352FEDDB9E5}" type="presOf" srcId="{7ED4C471-809B-421B-9CE5-389EB7190A2D}" destId="{66A69083-34D4-4D2B-846F-F69B0DE8F33B}" srcOrd="0" destOrd="0" presId="urn:microsoft.com/office/officeart/2016/7/layout/LinearBlockProcessNumbered"/>
    <dgm:cxn modelId="{13FE4163-8FEE-4F3A-93DC-CF69A3B77471}" type="presOf" srcId="{960601CE-4E03-48FD-8092-CBE204836339}" destId="{1C9024D6-963F-470B-BC2A-696C39067EDE}" srcOrd="1" destOrd="0" presId="urn:microsoft.com/office/officeart/2016/7/layout/LinearBlockProcessNumbered"/>
    <dgm:cxn modelId="{E1FE2446-AC81-4A0B-A9AF-CD945997CFD8}" type="presOf" srcId="{7A9D6355-50E3-4FE7-9944-2B1F6612430D}" destId="{B9DCE0FF-4B49-4453-A946-3FE4F9F1CE99}" srcOrd="0" destOrd="0" presId="urn:microsoft.com/office/officeart/2016/7/layout/LinearBlockProcessNumbered"/>
    <dgm:cxn modelId="{FE869248-D832-47E7-A393-C84729A15EB9}" type="presOf" srcId="{AC6370B0-D680-4233-B03F-EF72E20256C9}" destId="{B5A729F4-E927-42BA-BD0F-EB774098D83C}" srcOrd="0" destOrd="0" presId="urn:microsoft.com/office/officeart/2016/7/layout/LinearBlockProcessNumbered"/>
    <dgm:cxn modelId="{AD05FC4D-7299-4CAE-9501-A731F7A5AF66}" srcId="{7ED4C471-809B-421B-9CE5-389EB7190A2D}" destId="{960601CE-4E03-48FD-8092-CBE204836339}" srcOrd="3" destOrd="0" parTransId="{84A20A61-4653-4606-AEE6-F0A4681AB1CA}" sibTransId="{AF59A5CF-09A1-4A59-A081-3FA8CCAE97C5}"/>
    <dgm:cxn modelId="{C3DE6572-FE63-4700-AC75-1804B45427E0}" type="presOf" srcId="{7A9D6355-50E3-4FE7-9944-2B1F6612430D}" destId="{455856A3-7CF1-408F-BEB2-96717648B6C1}" srcOrd="1" destOrd="0" presId="urn:microsoft.com/office/officeart/2016/7/layout/LinearBlockProcessNumbered"/>
    <dgm:cxn modelId="{E8C94375-D01E-4B8F-A589-BB76AFDFB66C}" srcId="{7ED4C471-809B-421B-9CE5-389EB7190A2D}" destId="{AC6370B0-D680-4233-B03F-EF72E20256C9}" srcOrd="1" destOrd="0" parTransId="{A822CCFD-3CCF-43F0-BE1C-A7DBED2A5D99}" sibTransId="{F27343A2-4378-4ED5-B285-54F71A911E55}"/>
    <dgm:cxn modelId="{6E1AB37F-99BF-40E2-9E0E-4D3799EE3EE6}" type="presOf" srcId="{7A9AA08B-998F-48C8-B292-E60908C73BDF}" destId="{82B192AE-5A4D-47FF-8EE0-81E915518E67}" srcOrd="1" destOrd="0" presId="urn:microsoft.com/office/officeart/2016/7/layout/LinearBlockProcessNumbered"/>
    <dgm:cxn modelId="{106C1289-8C2E-478F-A0E5-6A696FB03151}" type="presOf" srcId="{F27343A2-4378-4ED5-B285-54F71A911E55}" destId="{BB9C7B7B-5EB7-4137-B37A-0C9E15FA50CC}" srcOrd="0" destOrd="0" presId="urn:microsoft.com/office/officeart/2016/7/layout/LinearBlockProcessNumbered"/>
    <dgm:cxn modelId="{6C8759B4-A61E-4B5A-AF45-ADD5C4C45D9C}" type="presOf" srcId="{F274097C-06AA-43A9-8766-2C7C06B5F689}" destId="{4B9A31FA-3C4B-4242-9AEA-290742D86E7F}" srcOrd="0" destOrd="0" presId="urn:microsoft.com/office/officeart/2016/7/layout/LinearBlockProcessNumbered"/>
    <dgm:cxn modelId="{4083D5C2-1BD2-43E4-AE95-4DB95D1B4B9C}" srcId="{7ED4C471-809B-421B-9CE5-389EB7190A2D}" destId="{7A9D6355-50E3-4FE7-9944-2B1F6612430D}" srcOrd="0" destOrd="0" parTransId="{657A3647-E32C-4660-9D4C-96EE52AAEAB1}" sibTransId="{97DE90F9-89C8-40FF-AFEB-49A119EA5FA8}"/>
    <dgm:cxn modelId="{02CDE8CA-EA43-48CE-8528-9E8E95DC070D}" type="presOf" srcId="{AC6370B0-D680-4233-B03F-EF72E20256C9}" destId="{4EC4AE03-8A07-4181-9BD9-28501F26D0BC}" srcOrd="1" destOrd="0" presId="urn:microsoft.com/office/officeart/2016/7/layout/LinearBlockProcessNumbered"/>
    <dgm:cxn modelId="{98B11BCF-E49D-4ED3-847F-21F0664800D4}" type="presOf" srcId="{AF59A5CF-09A1-4A59-A081-3FA8CCAE97C5}" destId="{4FCC92DF-269D-4683-8C40-53A3B15B0C3E}" srcOrd="0" destOrd="0" presId="urn:microsoft.com/office/officeart/2016/7/layout/LinearBlockProcessNumbered"/>
    <dgm:cxn modelId="{D5540CDD-4A8C-41AB-BCDE-428A6E94E1EB}" srcId="{7ED4C471-809B-421B-9CE5-389EB7190A2D}" destId="{7A9AA08B-998F-48C8-B292-E60908C73BDF}" srcOrd="2" destOrd="0" parTransId="{C06A3D6B-EA84-4BE7-B7A3-A854CCF20873}" sibTransId="{F274097C-06AA-43A9-8766-2C7C06B5F689}"/>
    <dgm:cxn modelId="{48BFA8F0-8AE8-40C1-8555-1EC300A1F105}" type="presOf" srcId="{960601CE-4E03-48FD-8092-CBE204836339}" destId="{7B104790-F2B4-4F0E-92D9-DF941AAEB0D7}" srcOrd="0" destOrd="0" presId="urn:microsoft.com/office/officeart/2016/7/layout/LinearBlockProcessNumbered"/>
    <dgm:cxn modelId="{8FE44B9C-C741-466D-982E-E5290BD26A5B}" type="presParOf" srcId="{66A69083-34D4-4D2B-846F-F69B0DE8F33B}" destId="{1B6D5A6C-05C4-4D83-B88F-0294F24B2A31}" srcOrd="0" destOrd="0" presId="urn:microsoft.com/office/officeart/2016/7/layout/LinearBlockProcessNumbered"/>
    <dgm:cxn modelId="{362101AE-6F33-4962-A262-F1FCB74C66E8}" type="presParOf" srcId="{1B6D5A6C-05C4-4D83-B88F-0294F24B2A31}" destId="{B9DCE0FF-4B49-4453-A946-3FE4F9F1CE99}" srcOrd="0" destOrd="0" presId="urn:microsoft.com/office/officeart/2016/7/layout/LinearBlockProcessNumbered"/>
    <dgm:cxn modelId="{2B1FF1BA-A05F-42FF-92F2-62BA66B0FBF0}" type="presParOf" srcId="{1B6D5A6C-05C4-4D83-B88F-0294F24B2A31}" destId="{B0026511-2BA4-46F6-8AEA-4DD9A186174A}" srcOrd="1" destOrd="0" presId="urn:microsoft.com/office/officeart/2016/7/layout/LinearBlockProcessNumbered"/>
    <dgm:cxn modelId="{63225754-297B-4A29-A290-27F50577D4CF}" type="presParOf" srcId="{1B6D5A6C-05C4-4D83-B88F-0294F24B2A31}" destId="{455856A3-7CF1-408F-BEB2-96717648B6C1}" srcOrd="2" destOrd="0" presId="urn:microsoft.com/office/officeart/2016/7/layout/LinearBlockProcessNumbered"/>
    <dgm:cxn modelId="{92D5DAE5-17EB-40ED-94DA-E648E1677DC3}" type="presParOf" srcId="{66A69083-34D4-4D2B-846F-F69B0DE8F33B}" destId="{8ADCC5D7-0770-4BFA-B9C2-9D4678F4356F}" srcOrd="1" destOrd="0" presId="urn:microsoft.com/office/officeart/2016/7/layout/LinearBlockProcessNumbered"/>
    <dgm:cxn modelId="{067E6ADD-62D7-41BB-AF95-354D39FF86E3}" type="presParOf" srcId="{66A69083-34D4-4D2B-846F-F69B0DE8F33B}" destId="{DFD065DA-5A41-42AC-8B62-23127498FFA8}" srcOrd="2" destOrd="0" presId="urn:microsoft.com/office/officeart/2016/7/layout/LinearBlockProcessNumbered"/>
    <dgm:cxn modelId="{F4F845DF-9A86-4CEF-A125-C8E16054FFD1}" type="presParOf" srcId="{DFD065DA-5A41-42AC-8B62-23127498FFA8}" destId="{B5A729F4-E927-42BA-BD0F-EB774098D83C}" srcOrd="0" destOrd="0" presId="urn:microsoft.com/office/officeart/2016/7/layout/LinearBlockProcessNumbered"/>
    <dgm:cxn modelId="{624BBE61-6CCA-43AA-B551-BC3C9AC75D83}" type="presParOf" srcId="{DFD065DA-5A41-42AC-8B62-23127498FFA8}" destId="{BB9C7B7B-5EB7-4137-B37A-0C9E15FA50CC}" srcOrd="1" destOrd="0" presId="urn:microsoft.com/office/officeart/2016/7/layout/LinearBlockProcessNumbered"/>
    <dgm:cxn modelId="{833D5013-3C79-41D3-A35C-E7AC7EC767B8}" type="presParOf" srcId="{DFD065DA-5A41-42AC-8B62-23127498FFA8}" destId="{4EC4AE03-8A07-4181-9BD9-28501F26D0BC}" srcOrd="2" destOrd="0" presId="urn:microsoft.com/office/officeart/2016/7/layout/LinearBlockProcessNumbered"/>
    <dgm:cxn modelId="{9859D678-EFFD-448B-A829-83D3DD0326B7}" type="presParOf" srcId="{66A69083-34D4-4D2B-846F-F69B0DE8F33B}" destId="{95780002-684D-4D27-A8C3-6E5E7B239451}" srcOrd="3" destOrd="0" presId="urn:microsoft.com/office/officeart/2016/7/layout/LinearBlockProcessNumbered"/>
    <dgm:cxn modelId="{7AD92F6D-C72F-4CC9-ABF6-3E033E4258C7}" type="presParOf" srcId="{66A69083-34D4-4D2B-846F-F69B0DE8F33B}" destId="{023AE3F0-3FF9-4F7E-87ED-296AE1193492}" srcOrd="4" destOrd="0" presId="urn:microsoft.com/office/officeart/2016/7/layout/LinearBlockProcessNumbered"/>
    <dgm:cxn modelId="{BF0A1716-0E9E-44B4-B212-F56347317F8D}" type="presParOf" srcId="{023AE3F0-3FF9-4F7E-87ED-296AE1193492}" destId="{C18D3D39-FA9A-4EEA-ACCA-AB54DD85D49A}" srcOrd="0" destOrd="0" presId="urn:microsoft.com/office/officeart/2016/7/layout/LinearBlockProcessNumbered"/>
    <dgm:cxn modelId="{D88E3743-1D3E-4D00-B0EB-EA51162B70C0}" type="presParOf" srcId="{023AE3F0-3FF9-4F7E-87ED-296AE1193492}" destId="{4B9A31FA-3C4B-4242-9AEA-290742D86E7F}" srcOrd="1" destOrd="0" presId="urn:microsoft.com/office/officeart/2016/7/layout/LinearBlockProcessNumbered"/>
    <dgm:cxn modelId="{1BDE3227-677E-4634-BD6A-380C8F042E68}" type="presParOf" srcId="{023AE3F0-3FF9-4F7E-87ED-296AE1193492}" destId="{82B192AE-5A4D-47FF-8EE0-81E915518E67}" srcOrd="2" destOrd="0" presId="urn:microsoft.com/office/officeart/2016/7/layout/LinearBlockProcessNumbered"/>
    <dgm:cxn modelId="{8992E1A5-2945-45FE-9D33-12EF2C5EC445}" type="presParOf" srcId="{66A69083-34D4-4D2B-846F-F69B0DE8F33B}" destId="{8A51E140-F2BC-4D90-959F-5B3DC6F3EAD7}" srcOrd="5" destOrd="0" presId="urn:microsoft.com/office/officeart/2016/7/layout/LinearBlockProcessNumbered"/>
    <dgm:cxn modelId="{EB6149B3-58B0-4E0A-A011-10189E9A0B74}" type="presParOf" srcId="{66A69083-34D4-4D2B-846F-F69B0DE8F33B}" destId="{7BB10078-6103-4CCC-B9FD-CF8CC7649339}" srcOrd="6" destOrd="0" presId="urn:microsoft.com/office/officeart/2016/7/layout/LinearBlockProcessNumbered"/>
    <dgm:cxn modelId="{7769A8BD-F141-4284-AFF0-9694AB337165}" type="presParOf" srcId="{7BB10078-6103-4CCC-B9FD-CF8CC7649339}" destId="{7B104790-F2B4-4F0E-92D9-DF941AAEB0D7}" srcOrd="0" destOrd="0" presId="urn:microsoft.com/office/officeart/2016/7/layout/LinearBlockProcessNumbered"/>
    <dgm:cxn modelId="{90862FEE-A4CF-40CD-B6BC-2978C74AD0AF}" type="presParOf" srcId="{7BB10078-6103-4CCC-B9FD-CF8CC7649339}" destId="{4FCC92DF-269D-4683-8C40-53A3B15B0C3E}" srcOrd="1" destOrd="0" presId="urn:microsoft.com/office/officeart/2016/7/layout/LinearBlockProcessNumbered"/>
    <dgm:cxn modelId="{D48E3913-78E6-42B5-8A85-68EC84938434}" type="presParOf" srcId="{7BB10078-6103-4CCC-B9FD-CF8CC7649339}" destId="{1C9024D6-963F-470B-BC2A-696C39067EDE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C55A05-65A1-4F7A-9351-76114372749D}">
      <dsp:nvSpPr>
        <dsp:cNvPr id="0" name=""/>
        <dsp:cNvSpPr/>
      </dsp:nvSpPr>
      <dsp:spPr>
        <a:xfrm>
          <a:off x="2164123" y="624485"/>
          <a:ext cx="4662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6242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84824" y="667721"/>
        <a:ext cx="24842" cy="4968"/>
      </dsp:txXfrm>
    </dsp:sp>
    <dsp:sp modelId="{460AEF99-17A0-425E-BDAF-FB71B976051A}">
      <dsp:nvSpPr>
        <dsp:cNvPr id="0" name=""/>
        <dsp:cNvSpPr/>
      </dsp:nvSpPr>
      <dsp:spPr>
        <a:xfrm>
          <a:off x="5738" y="22149"/>
          <a:ext cx="2160185" cy="129611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851" tIns="111109" rIns="105851" bIns="111109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Dataset</a:t>
          </a:r>
        </a:p>
      </dsp:txBody>
      <dsp:txXfrm>
        <a:off x="5738" y="22149"/>
        <a:ext cx="2160185" cy="1296111"/>
      </dsp:txXfrm>
    </dsp:sp>
    <dsp:sp modelId="{C014B53C-76C5-44A4-91EE-33B0D05CE4DD}">
      <dsp:nvSpPr>
        <dsp:cNvPr id="0" name=""/>
        <dsp:cNvSpPr/>
      </dsp:nvSpPr>
      <dsp:spPr>
        <a:xfrm>
          <a:off x="4821151" y="624485"/>
          <a:ext cx="4662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6242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41851" y="667721"/>
        <a:ext cx="24842" cy="4968"/>
      </dsp:txXfrm>
    </dsp:sp>
    <dsp:sp modelId="{680A1F7B-950B-40EA-91B6-6DF9530F3003}">
      <dsp:nvSpPr>
        <dsp:cNvPr id="0" name=""/>
        <dsp:cNvSpPr/>
      </dsp:nvSpPr>
      <dsp:spPr>
        <a:xfrm>
          <a:off x="2662766" y="22149"/>
          <a:ext cx="2160185" cy="129611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851" tIns="111109" rIns="105851" bIns="111109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 err="1"/>
            <a:t>Đọc</a:t>
          </a:r>
          <a:r>
            <a:rPr lang="en-US" sz="3300" kern="1200" dirty="0"/>
            <a:t> </a:t>
          </a:r>
          <a:r>
            <a:rPr lang="en-US" sz="3300" kern="1200" dirty="0" err="1"/>
            <a:t>dữ</a:t>
          </a:r>
          <a:r>
            <a:rPr lang="en-US" sz="3300" kern="1200" dirty="0"/>
            <a:t> </a:t>
          </a:r>
          <a:r>
            <a:rPr lang="en-US" sz="3300" kern="1200" dirty="0" err="1"/>
            <a:t>liệu</a:t>
          </a:r>
          <a:endParaRPr lang="en-US" sz="3300" kern="1200" dirty="0"/>
        </a:p>
      </dsp:txBody>
      <dsp:txXfrm>
        <a:off x="2662766" y="22149"/>
        <a:ext cx="2160185" cy="1296111"/>
      </dsp:txXfrm>
    </dsp:sp>
    <dsp:sp modelId="{73C71D77-CCDA-4AD3-B0A8-8E00F26EEDB5}">
      <dsp:nvSpPr>
        <dsp:cNvPr id="0" name=""/>
        <dsp:cNvSpPr/>
      </dsp:nvSpPr>
      <dsp:spPr>
        <a:xfrm>
          <a:off x="1085831" y="1316460"/>
          <a:ext cx="5314055" cy="466242"/>
        </a:xfrm>
        <a:custGeom>
          <a:avLst/>
          <a:gdLst/>
          <a:ahLst/>
          <a:cxnLst/>
          <a:rect l="0" t="0" r="0" b="0"/>
          <a:pathLst>
            <a:path>
              <a:moveTo>
                <a:pt x="5314055" y="0"/>
              </a:moveTo>
              <a:lnTo>
                <a:pt x="5314055" y="250221"/>
              </a:lnTo>
              <a:lnTo>
                <a:pt x="0" y="250221"/>
              </a:lnTo>
              <a:lnTo>
                <a:pt x="0" y="466242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09428" y="1547097"/>
        <a:ext cx="266861" cy="4968"/>
      </dsp:txXfrm>
    </dsp:sp>
    <dsp:sp modelId="{F1B235C0-F5E2-4180-AAB6-3B72EAA27332}">
      <dsp:nvSpPr>
        <dsp:cNvPr id="0" name=""/>
        <dsp:cNvSpPr/>
      </dsp:nvSpPr>
      <dsp:spPr>
        <a:xfrm>
          <a:off x="5319794" y="22149"/>
          <a:ext cx="2160185" cy="129611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851" tIns="111109" rIns="105851" bIns="111109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Tiền xử lý dữ liệu</a:t>
          </a:r>
        </a:p>
      </dsp:txBody>
      <dsp:txXfrm>
        <a:off x="5319794" y="22149"/>
        <a:ext cx="2160185" cy="1296111"/>
      </dsp:txXfrm>
    </dsp:sp>
    <dsp:sp modelId="{6C55409A-9935-4B3F-BA56-E153076B3478}">
      <dsp:nvSpPr>
        <dsp:cNvPr id="0" name=""/>
        <dsp:cNvSpPr/>
      </dsp:nvSpPr>
      <dsp:spPr>
        <a:xfrm>
          <a:off x="2164123" y="2417439"/>
          <a:ext cx="4662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6242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84824" y="2460674"/>
        <a:ext cx="24842" cy="4968"/>
      </dsp:txXfrm>
    </dsp:sp>
    <dsp:sp modelId="{07F4F2A1-0BD2-4878-BE59-E7ABD4861618}">
      <dsp:nvSpPr>
        <dsp:cNvPr id="0" name=""/>
        <dsp:cNvSpPr/>
      </dsp:nvSpPr>
      <dsp:spPr>
        <a:xfrm>
          <a:off x="5738" y="1815103"/>
          <a:ext cx="2160185" cy="129611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851" tIns="111109" rIns="105851" bIns="111109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Lựa chọn thuộc tính</a:t>
          </a:r>
        </a:p>
      </dsp:txBody>
      <dsp:txXfrm>
        <a:off x="5738" y="1815103"/>
        <a:ext cx="2160185" cy="1296111"/>
      </dsp:txXfrm>
    </dsp:sp>
    <dsp:sp modelId="{1F07D3ED-F704-4D45-AF48-3B08AADDC6D2}">
      <dsp:nvSpPr>
        <dsp:cNvPr id="0" name=""/>
        <dsp:cNvSpPr/>
      </dsp:nvSpPr>
      <dsp:spPr>
        <a:xfrm>
          <a:off x="4821151" y="2417439"/>
          <a:ext cx="4662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6242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41851" y="2460674"/>
        <a:ext cx="24842" cy="4968"/>
      </dsp:txXfrm>
    </dsp:sp>
    <dsp:sp modelId="{CDE05786-84D6-49E1-859F-543118965691}">
      <dsp:nvSpPr>
        <dsp:cNvPr id="0" name=""/>
        <dsp:cNvSpPr/>
      </dsp:nvSpPr>
      <dsp:spPr>
        <a:xfrm>
          <a:off x="2662766" y="1815103"/>
          <a:ext cx="2160185" cy="129611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851" tIns="111109" rIns="105851" bIns="111109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Chuẩn hóa dữ liệu</a:t>
          </a:r>
        </a:p>
      </dsp:txBody>
      <dsp:txXfrm>
        <a:off x="2662766" y="1815103"/>
        <a:ext cx="2160185" cy="1296111"/>
      </dsp:txXfrm>
    </dsp:sp>
    <dsp:sp modelId="{5FEA2E82-A7B3-4E33-AE66-6F9F0144FB0D}">
      <dsp:nvSpPr>
        <dsp:cNvPr id="0" name=""/>
        <dsp:cNvSpPr/>
      </dsp:nvSpPr>
      <dsp:spPr>
        <a:xfrm>
          <a:off x="1085831" y="3109414"/>
          <a:ext cx="5314055" cy="466242"/>
        </a:xfrm>
        <a:custGeom>
          <a:avLst/>
          <a:gdLst/>
          <a:ahLst/>
          <a:cxnLst/>
          <a:rect l="0" t="0" r="0" b="0"/>
          <a:pathLst>
            <a:path>
              <a:moveTo>
                <a:pt x="5314055" y="0"/>
              </a:moveTo>
              <a:lnTo>
                <a:pt x="5314055" y="250221"/>
              </a:lnTo>
              <a:lnTo>
                <a:pt x="0" y="250221"/>
              </a:lnTo>
              <a:lnTo>
                <a:pt x="0" y="466242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09428" y="3340051"/>
        <a:ext cx="266861" cy="4968"/>
      </dsp:txXfrm>
    </dsp:sp>
    <dsp:sp modelId="{2FDC0674-903C-419F-8A10-8B80FB6409FB}">
      <dsp:nvSpPr>
        <dsp:cNvPr id="0" name=""/>
        <dsp:cNvSpPr/>
      </dsp:nvSpPr>
      <dsp:spPr>
        <a:xfrm>
          <a:off x="5319794" y="1815103"/>
          <a:ext cx="2160185" cy="129611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851" tIns="111109" rIns="105851" bIns="111109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Phân cụm K-Means</a:t>
          </a:r>
        </a:p>
      </dsp:txBody>
      <dsp:txXfrm>
        <a:off x="5319794" y="1815103"/>
        <a:ext cx="2160185" cy="1296111"/>
      </dsp:txXfrm>
    </dsp:sp>
    <dsp:sp modelId="{88644D48-50E5-471F-9B4A-2AC48126C56B}">
      <dsp:nvSpPr>
        <dsp:cNvPr id="0" name=""/>
        <dsp:cNvSpPr/>
      </dsp:nvSpPr>
      <dsp:spPr>
        <a:xfrm>
          <a:off x="2164123" y="4210392"/>
          <a:ext cx="4662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6242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84824" y="4253628"/>
        <a:ext cx="24842" cy="4968"/>
      </dsp:txXfrm>
    </dsp:sp>
    <dsp:sp modelId="{17B0B08F-7145-4BF7-8B5D-FBA53F5408B9}">
      <dsp:nvSpPr>
        <dsp:cNvPr id="0" name=""/>
        <dsp:cNvSpPr/>
      </dsp:nvSpPr>
      <dsp:spPr>
        <a:xfrm>
          <a:off x="5738" y="3608057"/>
          <a:ext cx="2160185" cy="129611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851" tIns="111109" rIns="105851" bIns="111109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Đánh giá kết quả</a:t>
          </a:r>
        </a:p>
      </dsp:txBody>
      <dsp:txXfrm>
        <a:off x="5738" y="3608057"/>
        <a:ext cx="2160185" cy="1296111"/>
      </dsp:txXfrm>
    </dsp:sp>
    <dsp:sp modelId="{98DBE8B6-4376-4FD4-AC70-B7A214F9B897}">
      <dsp:nvSpPr>
        <dsp:cNvPr id="0" name=""/>
        <dsp:cNvSpPr/>
      </dsp:nvSpPr>
      <dsp:spPr>
        <a:xfrm>
          <a:off x="2662766" y="3608057"/>
          <a:ext cx="2160185" cy="129611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851" tIns="111109" rIns="105851" bIns="111109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Trực quan hóa</a:t>
          </a:r>
        </a:p>
      </dsp:txBody>
      <dsp:txXfrm>
        <a:off x="2662766" y="3608057"/>
        <a:ext cx="2160185" cy="12961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DCE0FF-4B49-4453-A946-3FE4F9F1CE99}">
      <dsp:nvSpPr>
        <dsp:cNvPr id="0" name=""/>
        <dsp:cNvSpPr/>
      </dsp:nvSpPr>
      <dsp:spPr>
        <a:xfrm>
          <a:off x="212" y="328322"/>
          <a:ext cx="2568514" cy="308221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712" tIns="0" rIns="25371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Thử nghiệm thêm thuật toán khác.</a:t>
          </a:r>
        </a:p>
      </dsp:txBody>
      <dsp:txXfrm>
        <a:off x="212" y="1561209"/>
        <a:ext cx="2568514" cy="1849330"/>
      </dsp:txXfrm>
    </dsp:sp>
    <dsp:sp modelId="{B0026511-2BA4-46F6-8AEA-4DD9A186174A}">
      <dsp:nvSpPr>
        <dsp:cNvPr id="0" name=""/>
        <dsp:cNvSpPr/>
      </dsp:nvSpPr>
      <dsp:spPr>
        <a:xfrm>
          <a:off x="212" y="328322"/>
          <a:ext cx="2568514" cy="123288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712" tIns="165100" rIns="253712" bIns="16510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01</a:t>
          </a:r>
        </a:p>
      </dsp:txBody>
      <dsp:txXfrm>
        <a:off x="212" y="328322"/>
        <a:ext cx="2568514" cy="1232887"/>
      </dsp:txXfrm>
    </dsp:sp>
    <dsp:sp modelId="{B5A729F4-E927-42BA-BD0F-EB774098D83C}">
      <dsp:nvSpPr>
        <dsp:cNvPr id="0" name=""/>
        <dsp:cNvSpPr/>
      </dsp:nvSpPr>
      <dsp:spPr>
        <a:xfrm>
          <a:off x="2774208" y="328322"/>
          <a:ext cx="2568514" cy="308221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712" tIns="0" rIns="25371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Mở rộng tập thuộc tính.</a:t>
          </a:r>
        </a:p>
      </dsp:txBody>
      <dsp:txXfrm>
        <a:off x="2774208" y="1561209"/>
        <a:ext cx="2568514" cy="1849330"/>
      </dsp:txXfrm>
    </dsp:sp>
    <dsp:sp modelId="{BB9C7B7B-5EB7-4137-B37A-0C9E15FA50CC}">
      <dsp:nvSpPr>
        <dsp:cNvPr id="0" name=""/>
        <dsp:cNvSpPr/>
      </dsp:nvSpPr>
      <dsp:spPr>
        <a:xfrm>
          <a:off x="2774208" y="328322"/>
          <a:ext cx="2568514" cy="123288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712" tIns="165100" rIns="253712" bIns="16510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02</a:t>
          </a:r>
        </a:p>
      </dsp:txBody>
      <dsp:txXfrm>
        <a:off x="2774208" y="328322"/>
        <a:ext cx="2568514" cy="1232887"/>
      </dsp:txXfrm>
    </dsp:sp>
    <dsp:sp modelId="{C18D3D39-FA9A-4EEA-ACCA-AB54DD85D49A}">
      <dsp:nvSpPr>
        <dsp:cNvPr id="0" name=""/>
        <dsp:cNvSpPr/>
      </dsp:nvSpPr>
      <dsp:spPr>
        <a:xfrm>
          <a:off x="5548205" y="328322"/>
          <a:ext cx="2568514" cy="308221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712" tIns="0" rIns="25371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Áp dụng mô hình dự đoán.</a:t>
          </a:r>
        </a:p>
      </dsp:txBody>
      <dsp:txXfrm>
        <a:off x="5548205" y="1561209"/>
        <a:ext cx="2568514" cy="1849330"/>
      </dsp:txXfrm>
    </dsp:sp>
    <dsp:sp modelId="{4B9A31FA-3C4B-4242-9AEA-290742D86E7F}">
      <dsp:nvSpPr>
        <dsp:cNvPr id="0" name=""/>
        <dsp:cNvSpPr/>
      </dsp:nvSpPr>
      <dsp:spPr>
        <a:xfrm>
          <a:off x="5548205" y="328322"/>
          <a:ext cx="2568514" cy="123288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712" tIns="165100" rIns="253712" bIns="16510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03</a:t>
          </a:r>
        </a:p>
      </dsp:txBody>
      <dsp:txXfrm>
        <a:off x="5548205" y="328322"/>
        <a:ext cx="2568514" cy="1232887"/>
      </dsp:txXfrm>
    </dsp:sp>
    <dsp:sp modelId="{7B104790-F2B4-4F0E-92D9-DF941AAEB0D7}">
      <dsp:nvSpPr>
        <dsp:cNvPr id="0" name=""/>
        <dsp:cNvSpPr/>
      </dsp:nvSpPr>
      <dsp:spPr>
        <a:xfrm>
          <a:off x="8322201" y="328322"/>
          <a:ext cx="2568514" cy="308221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712" tIns="0" rIns="25371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Xây dựng dashboard trực quan.</a:t>
          </a:r>
        </a:p>
      </dsp:txBody>
      <dsp:txXfrm>
        <a:off x="8322201" y="1561209"/>
        <a:ext cx="2568514" cy="1849330"/>
      </dsp:txXfrm>
    </dsp:sp>
    <dsp:sp modelId="{4FCC92DF-269D-4683-8C40-53A3B15B0C3E}">
      <dsp:nvSpPr>
        <dsp:cNvPr id="0" name=""/>
        <dsp:cNvSpPr/>
      </dsp:nvSpPr>
      <dsp:spPr>
        <a:xfrm>
          <a:off x="8322201" y="328322"/>
          <a:ext cx="2568514" cy="123288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712" tIns="165100" rIns="253712" bIns="16510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04</a:t>
          </a:r>
        </a:p>
      </dsp:txBody>
      <dsp:txXfrm>
        <a:off x="8322201" y="328322"/>
        <a:ext cx="2568514" cy="12328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571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607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507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073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851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26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414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179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40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66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803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529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9F2DBB-5F0A-6EFE-56BD-789B19559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6821" y="1371600"/>
            <a:ext cx="6034187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dirty="0"/>
              <a:t>ĐỀ TÀI: PHÂN TÍCH VÀ PHÂN CỤM KHÁCH HÀNG ĐẶT PHÒNG KHÁCH SẠN BẰNG THUẬT TOÁN K-MEANS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5DA9280-9187-2C7A-8248-FE635510CD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874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254C3240-7F3B-B4EF-F1F4-54E0108C70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96821" y="2633236"/>
            <a:ext cx="6034187" cy="3664687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MÔN: KHOA HỌC DỮ LIỆU</a:t>
            </a:r>
          </a:p>
          <a:p>
            <a:pPr>
              <a:lnSpc>
                <a:spcPct val="120000"/>
              </a:lnSpc>
            </a:pPr>
            <a:r>
              <a:rPr lang="en-US" dirty="0"/>
              <a:t>Sinh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: Phạm Mạnh Quỳnh</a:t>
            </a:r>
          </a:p>
          <a:p>
            <a:pPr>
              <a:lnSpc>
                <a:spcPct val="120000"/>
              </a:lnSpc>
            </a:pP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: K225480106057</a:t>
            </a:r>
          </a:p>
          <a:p>
            <a:pPr>
              <a:lnSpc>
                <a:spcPct val="120000"/>
              </a:lnSpc>
            </a:pPr>
            <a:r>
              <a:rPr lang="en-US" dirty="0" err="1"/>
              <a:t>Lớp</a:t>
            </a:r>
            <a:r>
              <a:rPr lang="en-US" dirty="0"/>
              <a:t>: K58KTP.K01</a:t>
            </a:r>
          </a:p>
          <a:p>
            <a:pPr>
              <a:lnSpc>
                <a:spcPct val="120000"/>
              </a:lnSpc>
            </a:pPr>
            <a:r>
              <a:rPr lang="en-US" dirty="0" err="1"/>
              <a:t>Giảng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: TS. Nguyễn Văn Huy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045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653AE3C-AC4F-907C-B473-B9A30D215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CA98C-51EE-7A21-1004-341E348CD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4070143" cy="1839433"/>
          </a:xfrm>
        </p:spPr>
        <p:txBody>
          <a:bodyPr>
            <a:normAutofit/>
          </a:bodyPr>
          <a:lstStyle/>
          <a:p>
            <a:r>
              <a:rPr lang="en-US"/>
              <a:t>Giới thiệu đề tài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2ABD1-2A97-08BC-FF1F-7DE8A146F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86" y="1010097"/>
            <a:ext cx="6141734" cy="5314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err="1"/>
              <a:t>Mục</a:t>
            </a:r>
            <a:r>
              <a:rPr lang="en-US" b="1"/>
              <a:t> </a:t>
            </a:r>
            <a:r>
              <a:rPr lang="en-US" b="1" err="1"/>
              <a:t>tiêu</a:t>
            </a:r>
            <a:endParaRPr lang="en-US" b="1"/>
          </a:p>
          <a:p>
            <a:r>
              <a:rPr lang="en-US" err="1"/>
              <a:t>Phân</a:t>
            </a:r>
            <a:r>
              <a:rPr lang="en-US"/>
              <a:t> </a:t>
            </a:r>
            <a:r>
              <a:rPr lang="en-US" err="1"/>
              <a:t>tích</a:t>
            </a:r>
            <a:r>
              <a:rPr lang="en-US"/>
              <a:t> </a:t>
            </a:r>
            <a:r>
              <a:rPr lang="en-US" err="1"/>
              <a:t>dữ</a:t>
            </a:r>
            <a:r>
              <a:rPr lang="en-US"/>
              <a:t> </a:t>
            </a:r>
            <a:r>
              <a:rPr lang="en-US" err="1"/>
              <a:t>liệu</a:t>
            </a:r>
            <a:r>
              <a:rPr lang="en-US"/>
              <a:t> </a:t>
            </a:r>
            <a:r>
              <a:rPr lang="en-US" err="1"/>
              <a:t>đặt</a:t>
            </a:r>
            <a:r>
              <a:rPr lang="en-US"/>
              <a:t> </a:t>
            </a:r>
            <a:r>
              <a:rPr lang="en-US" err="1"/>
              <a:t>phòng</a:t>
            </a:r>
            <a:r>
              <a:rPr lang="en-US"/>
              <a:t> </a:t>
            </a:r>
            <a:r>
              <a:rPr lang="en-US" err="1"/>
              <a:t>khách</a:t>
            </a:r>
            <a:r>
              <a:rPr lang="en-US"/>
              <a:t> </a:t>
            </a:r>
            <a:r>
              <a:rPr lang="en-US" err="1"/>
              <a:t>sạn</a:t>
            </a:r>
            <a:r>
              <a:rPr lang="en-US"/>
              <a:t>.</a:t>
            </a:r>
          </a:p>
          <a:p>
            <a:r>
              <a:rPr lang="en-US" err="1"/>
              <a:t>Tìm</a:t>
            </a:r>
            <a:r>
              <a:rPr lang="en-US"/>
              <a:t> </a:t>
            </a:r>
            <a:r>
              <a:rPr lang="en-US" err="1"/>
              <a:t>hiểu</a:t>
            </a:r>
            <a:r>
              <a:rPr lang="en-US"/>
              <a:t> </a:t>
            </a:r>
            <a:r>
              <a:rPr lang="en-US" err="1"/>
              <a:t>hành</a:t>
            </a:r>
            <a:r>
              <a:rPr lang="en-US"/>
              <a:t> vi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khách</a:t>
            </a:r>
            <a:r>
              <a:rPr lang="en-US"/>
              <a:t> </a:t>
            </a:r>
            <a:r>
              <a:rPr lang="en-US" err="1"/>
              <a:t>hàng</a:t>
            </a:r>
            <a:r>
              <a:rPr lang="en-US"/>
              <a:t>.</a:t>
            </a:r>
          </a:p>
          <a:p>
            <a:r>
              <a:rPr lang="en-US" err="1"/>
              <a:t>Áp</a:t>
            </a:r>
            <a:r>
              <a:rPr lang="en-US"/>
              <a:t> </a:t>
            </a:r>
            <a:r>
              <a:rPr lang="en-US" err="1"/>
              <a:t>dụng</a:t>
            </a:r>
            <a:r>
              <a:rPr lang="en-US"/>
              <a:t> </a:t>
            </a:r>
            <a:r>
              <a:rPr lang="en-US" err="1"/>
              <a:t>thuật</a:t>
            </a:r>
            <a:r>
              <a:rPr lang="en-US"/>
              <a:t> </a:t>
            </a:r>
            <a:r>
              <a:rPr lang="en-US" err="1"/>
              <a:t>toán</a:t>
            </a:r>
            <a:r>
              <a:rPr lang="en-US"/>
              <a:t> K-Means </a:t>
            </a:r>
            <a:r>
              <a:rPr lang="en-US" err="1"/>
              <a:t>để</a:t>
            </a:r>
            <a:r>
              <a:rPr lang="en-US"/>
              <a:t> </a:t>
            </a:r>
            <a:r>
              <a:rPr lang="en-US" err="1"/>
              <a:t>phân</a:t>
            </a:r>
            <a:r>
              <a:rPr lang="en-US"/>
              <a:t> </a:t>
            </a:r>
            <a:r>
              <a:rPr lang="en-US" err="1"/>
              <a:t>cụm</a:t>
            </a:r>
            <a:r>
              <a:rPr lang="en-US"/>
              <a:t> </a:t>
            </a:r>
            <a:r>
              <a:rPr lang="en-US" err="1"/>
              <a:t>dữ</a:t>
            </a:r>
            <a:r>
              <a:rPr lang="en-US"/>
              <a:t> </a:t>
            </a:r>
            <a:r>
              <a:rPr lang="en-US" err="1"/>
              <a:t>liệu</a:t>
            </a:r>
            <a:r>
              <a:rPr lang="en-US"/>
              <a:t>.</a:t>
            </a:r>
          </a:p>
          <a:p>
            <a:r>
              <a:rPr lang="en-US" err="1"/>
              <a:t>Trực</a:t>
            </a:r>
            <a:r>
              <a:rPr lang="en-US"/>
              <a:t> </a:t>
            </a:r>
            <a:r>
              <a:rPr lang="en-US" err="1"/>
              <a:t>quan</a:t>
            </a:r>
            <a:r>
              <a:rPr lang="en-US"/>
              <a:t> </a:t>
            </a:r>
            <a:r>
              <a:rPr lang="en-US" err="1"/>
              <a:t>hóa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đánh</a:t>
            </a:r>
            <a:r>
              <a:rPr lang="en-US"/>
              <a:t> </a:t>
            </a:r>
            <a:r>
              <a:rPr lang="en-US" err="1"/>
              <a:t>giá</a:t>
            </a:r>
            <a:r>
              <a:rPr lang="en-US"/>
              <a:t> </a:t>
            </a:r>
            <a:r>
              <a:rPr lang="en-US" err="1"/>
              <a:t>kết</a:t>
            </a:r>
            <a:r>
              <a:rPr lang="en-US"/>
              <a:t> </a:t>
            </a:r>
            <a:r>
              <a:rPr lang="en-US" err="1"/>
              <a:t>quả</a:t>
            </a:r>
            <a:r>
              <a:rPr lang="en-US"/>
              <a:t>.</a:t>
            </a:r>
          </a:p>
          <a:p>
            <a:pPr marL="0" indent="0">
              <a:buNone/>
            </a:pPr>
            <a:r>
              <a:rPr lang="en-US" b="1"/>
              <a:t>Ý </a:t>
            </a:r>
            <a:r>
              <a:rPr lang="en-US" b="1" err="1"/>
              <a:t>nghĩa</a:t>
            </a:r>
            <a:endParaRPr lang="en-US" b="1"/>
          </a:p>
          <a:p>
            <a:r>
              <a:rPr lang="en-US" err="1"/>
              <a:t>Hỗ</a:t>
            </a:r>
            <a:r>
              <a:rPr lang="en-US"/>
              <a:t> </a:t>
            </a:r>
            <a:r>
              <a:rPr lang="en-US" err="1"/>
              <a:t>trợ</a:t>
            </a:r>
            <a:r>
              <a:rPr lang="en-US"/>
              <a:t> </a:t>
            </a:r>
            <a:r>
              <a:rPr lang="en-US" err="1"/>
              <a:t>khách</a:t>
            </a:r>
            <a:r>
              <a:rPr lang="en-US"/>
              <a:t> </a:t>
            </a:r>
            <a:r>
              <a:rPr lang="en-US" err="1"/>
              <a:t>sạn</a:t>
            </a:r>
            <a:r>
              <a:rPr lang="en-US"/>
              <a:t> </a:t>
            </a:r>
            <a:r>
              <a:rPr lang="en-US" err="1"/>
              <a:t>hiểu</a:t>
            </a:r>
            <a:r>
              <a:rPr lang="en-US"/>
              <a:t> </a:t>
            </a:r>
            <a:r>
              <a:rPr lang="en-US" err="1"/>
              <a:t>đặc</a:t>
            </a:r>
            <a:r>
              <a:rPr lang="en-US"/>
              <a:t> </a:t>
            </a:r>
            <a:r>
              <a:rPr lang="en-US" err="1"/>
              <a:t>điểm</a:t>
            </a:r>
            <a:r>
              <a:rPr lang="en-US"/>
              <a:t> </a:t>
            </a:r>
            <a:r>
              <a:rPr lang="en-US" err="1"/>
              <a:t>khách</a:t>
            </a:r>
            <a:r>
              <a:rPr lang="en-US"/>
              <a:t> </a:t>
            </a:r>
            <a:r>
              <a:rPr lang="en-US" err="1"/>
              <a:t>hàng</a:t>
            </a:r>
            <a:r>
              <a:rPr lang="en-US"/>
              <a:t>.</a:t>
            </a:r>
          </a:p>
          <a:p>
            <a:r>
              <a:rPr lang="en-US"/>
              <a:t>Làm </a:t>
            </a:r>
            <a:r>
              <a:rPr lang="en-US" err="1"/>
              <a:t>cơ</a:t>
            </a:r>
            <a:r>
              <a:rPr lang="en-US"/>
              <a:t> </a:t>
            </a:r>
            <a:r>
              <a:rPr lang="en-US" err="1"/>
              <a:t>sở</a:t>
            </a:r>
            <a:r>
              <a:rPr lang="en-US"/>
              <a:t> </a:t>
            </a:r>
            <a:r>
              <a:rPr lang="en-US" err="1"/>
              <a:t>cho</a:t>
            </a:r>
            <a:r>
              <a:rPr lang="en-US"/>
              <a:t> </a:t>
            </a:r>
            <a:r>
              <a:rPr lang="en-US" err="1"/>
              <a:t>các</a:t>
            </a:r>
            <a:r>
              <a:rPr lang="en-US"/>
              <a:t> </a:t>
            </a:r>
            <a:r>
              <a:rPr lang="en-US" err="1"/>
              <a:t>bài</a:t>
            </a:r>
            <a:r>
              <a:rPr lang="en-US"/>
              <a:t> </a:t>
            </a:r>
            <a:r>
              <a:rPr lang="en-US" err="1"/>
              <a:t>toán</a:t>
            </a:r>
            <a:r>
              <a:rPr lang="en-US"/>
              <a:t> </a:t>
            </a:r>
            <a:r>
              <a:rPr lang="en-US" err="1"/>
              <a:t>dự</a:t>
            </a:r>
            <a:r>
              <a:rPr lang="en-US"/>
              <a:t> </a:t>
            </a:r>
            <a:r>
              <a:rPr lang="en-US" err="1"/>
              <a:t>đoán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quản</a:t>
            </a:r>
            <a:r>
              <a:rPr lang="en-US"/>
              <a:t> </a:t>
            </a:r>
            <a:r>
              <a:rPr lang="en-US" err="1"/>
              <a:t>lý</a:t>
            </a:r>
            <a:r>
              <a:rPr lang="en-US"/>
              <a:t>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15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36D713-E2FD-BFB6-24E2-1D779FCFD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794763"/>
            <a:ext cx="4057650" cy="2139081"/>
          </a:xfrm>
        </p:spPr>
        <p:txBody>
          <a:bodyPr anchor="t">
            <a:normAutofit/>
          </a:bodyPr>
          <a:lstStyle/>
          <a:p>
            <a:r>
              <a:rPr lang="en-US"/>
              <a:t>Dữ</a:t>
            </a:r>
            <a:r>
              <a:rPr lang="en-US" dirty="0"/>
              <a:t> </a:t>
            </a:r>
            <a:r>
              <a:rPr lang="en-US"/>
              <a:t>liệu</a:t>
            </a:r>
            <a:r>
              <a:rPr lang="en-US" dirty="0"/>
              <a:t> </a:t>
            </a:r>
            <a:r>
              <a:rPr lang="en-US"/>
              <a:t>sử</a:t>
            </a:r>
            <a:r>
              <a:rPr lang="en-US" dirty="0"/>
              <a:t> </a:t>
            </a:r>
            <a:r>
              <a:rPr lang="en-US"/>
              <a:t>dụng</a:t>
            </a:r>
            <a:endParaRPr lang="en-US" dirty="0"/>
          </a:p>
        </p:txBody>
      </p:sp>
      <p:pic>
        <p:nvPicPr>
          <p:cNvPr id="14" name="Graphic 13" descr="Filter">
            <a:extLst>
              <a:ext uri="{FF2B5EF4-FFF2-40B4-BE49-F238E27FC236}">
                <a16:creationId xmlns:a16="http://schemas.microsoft.com/office/drawing/2014/main" id="{408A1BF2-939C-FEAA-B0A7-BE53BD192B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232" y="836142"/>
            <a:ext cx="2592858" cy="2592858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209265E-E0D7-493B-97CE-2263D50C3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0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2045A-9D49-CD10-8E12-1E6D22606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14399"/>
            <a:ext cx="6096861" cy="5383519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Dataset</a:t>
            </a:r>
          </a:p>
          <a:p>
            <a:pPr>
              <a:lnSpc>
                <a:spcPct val="110000"/>
              </a:lnSpc>
            </a:pPr>
            <a:r>
              <a:rPr lang="en-US" dirty="0"/>
              <a:t>Hotel Reservations Dataset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 err="1"/>
              <a:t>Đặc</a:t>
            </a:r>
            <a:r>
              <a:rPr lang="en-US" b="1" dirty="0"/>
              <a:t> </a:t>
            </a:r>
            <a:r>
              <a:rPr lang="en-US" b="1" dirty="0" err="1"/>
              <a:t>điểm</a:t>
            </a:r>
            <a:r>
              <a:rPr lang="en-US" b="1" dirty="0"/>
              <a:t> </a:t>
            </a:r>
            <a:r>
              <a:rPr lang="en-US" b="1" dirty="0" err="1"/>
              <a:t>dữ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endParaRPr lang="en-US" b="1" dirty="0"/>
          </a:p>
          <a:p>
            <a:pPr>
              <a:lnSpc>
                <a:spcPct val="110000"/>
              </a:lnSpc>
            </a:pP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sạn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</a:pPr>
            <a:r>
              <a:rPr lang="en-US" dirty="0" err="1"/>
              <a:t>Dạng</a:t>
            </a:r>
            <a:r>
              <a:rPr lang="en-US" dirty="0"/>
              <a:t> file CSV.</a:t>
            </a:r>
          </a:p>
          <a:p>
            <a:pPr>
              <a:lnSpc>
                <a:spcPct val="110000"/>
              </a:lnSpc>
            </a:pP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Các </a:t>
            </a:r>
            <a:r>
              <a:rPr lang="en-US" b="1" dirty="0" err="1"/>
              <a:t>thuộc</a:t>
            </a:r>
            <a:r>
              <a:rPr lang="en-US" b="1" dirty="0"/>
              <a:t> </a:t>
            </a:r>
            <a:r>
              <a:rPr lang="en-US" b="1" dirty="0" err="1"/>
              <a:t>tính</a:t>
            </a:r>
            <a:r>
              <a:rPr lang="en-US" b="1" dirty="0"/>
              <a:t> </a:t>
            </a:r>
            <a:r>
              <a:rPr lang="en-US" b="1" dirty="0" err="1"/>
              <a:t>sử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endParaRPr lang="en-US" b="1" dirty="0"/>
          </a:p>
          <a:p>
            <a:pPr>
              <a:lnSpc>
                <a:spcPct val="110000"/>
              </a:lnSpc>
            </a:pPr>
            <a:r>
              <a:rPr lang="en-US" dirty="0" err="1"/>
              <a:t>lead_time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 err="1"/>
              <a:t>avg_price_per_room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 err="1"/>
              <a:t>no_of_special_requests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 err="1"/>
              <a:t>repeated_guest</a:t>
            </a: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734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D63D70-9FAA-B8A4-EDBE-7035869A9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2652779" cy="4150811"/>
          </a:xfrm>
        </p:spPr>
        <p:txBody>
          <a:bodyPr>
            <a:normAutofit/>
          </a:bodyPr>
          <a:lstStyle/>
          <a:p>
            <a:r>
              <a:rPr lang="en-US" sz="3400"/>
              <a:t>Quy trình thực hiện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85A180-17F0-9F5F-51D9-6D242E788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650855-771C-3398-54C9-A67F22B525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1165594"/>
              </p:ext>
            </p:extLst>
          </p:nvPr>
        </p:nvGraphicFramePr>
        <p:xfrm>
          <a:off x="4045291" y="1371600"/>
          <a:ext cx="7485718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5782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3906D5-2278-2B73-11FB-E14DA5E30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US"/>
              <a:t>Tiền</a:t>
            </a:r>
            <a:r>
              <a:rPr lang="en-US" dirty="0"/>
              <a:t> </a:t>
            </a:r>
            <a:r>
              <a:rPr lang="en-US"/>
              <a:t>xử</a:t>
            </a:r>
            <a:r>
              <a:rPr lang="en-US" dirty="0"/>
              <a:t> </a:t>
            </a:r>
            <a:r>
              <a:rPr lang="en-US"/>
              <a:t>lý</a:t>
            </a:r>
            <a:r>
              <a:rPr lang="en-US" dirty="0"/>
              <a:t> </a:t>
            </a:r>
            <a:r>
              <a:rPr lang="en-US"/>
              <a:t>dữ</a:t>
            </a:r>
            <a:r>
              <a:rPr lang="en-US" dirty="0"/>
              <a:t> </a:t>
            </a:r>
            <a:r>
              <a:rPr lang="en-US"/>
              <a:t>liệu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92F9A0-CC32-A677-6F62-493E2379B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491480"/>
            <a:ext cx="5648193" cy="329007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582E7-1024-62CE-6170-32B721BFF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Các </a:t>
            </a:r>
            <a:r>
              <a:rPr lang="en-US" b="1" dirty="0" err="1"/>
              <a:t>bước</a:t>
            </a:r>
            <a:r>
              <a:rPr lang="en-US" b="1" dirty="0"/>
              <a:t> </a:t>
            </a:r>
            <a:r>
              <a:rPr lang="en-US" b="1" dirty="0" err="1"/>
              <a:t>thực</a:t>
            </a:r>
            <a:r>
              <a:rPr lang="en-US" b="1" dirty="0"/>
              <a:t> </a:t>
            </a:r>
            <a:r>
              <a:rPr lang="en-US" b="1" dirty="0" err="1"/>
              <a:t>hiện</a:t>
            </a:r>
            <a:r>
              <a:rPr lang="en-US" b="1" dirty="0"/>
              <a:t>:</a:t>
            </a:r>
          </a:p>
          <a:p>
            <a:pPr>
              <a:lnSpc>
                <a:spcPct val="110000"/>
              </a:lnSpc>
            </a:pP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Pandas</a:t>
            </a:r>
          </a:p>
          <a:p>
            <a:pPr>
              <a:lnSpc>
                <a:spcPct val="110000"/>
              </a:lnSpc>
            </a:pP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thiết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StandardScaler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quả</a:t>
            </a:r>
            <a:r>
              <a:rPr lang="en-US" b="1" dirty="0"/>
              <a:t>:</a:t>
            </a:r>
          </a:p>
          <a:p>
            <a:pPr>
              <a:lnSpc>
                <a:spcPct val="110000"/>
              </a:lnSpc>
            </a:pP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sẵn</a:t>
            </a:r>
            <a:r>
              <a:rPr lang="en-US" dirty="0"/>
              <a:t> </a:t>
            </a:r>
            <a:r>
              <a:rPr lang="en-US" dirty="0" err="1"/>
              <a:t>sàng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</a:pP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6665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575F93-46F8-F3A7-5CBB-FD6F3E932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2035DF11-393E-B31D-1DBC-4BF4DB532F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232" y="2256287"/>
            <a:ext cx="3760459" cy="376045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C283D-1BEF-294A-CA97-34C738DD1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/>
              <a:t>K-Means Clustering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400" b="1" dirty="0"/>
              <a:t>Nguyên </a:t>
            </a:r>
            <a:r>
              <a:rPr lang="en-US" sz="1400" b="1" dirty="0" err="1"/>
              <a:t>lý</a:t>
            </a:r>
            <a:r>
              <a:rPr lang="en-US" sz="1400" b="1" dirty="0"/>
              <a:t>:</a:t>
            </a:r>
          </a:p>
          <a:p>
            <a:pPr>
              <a:lnSpc>
                <a:spcPct val="110000"/>
              </a:lnSpc>
            </a:pPr>
            <a:r>
              <a:rPr lang="en-US" sz="1400" dirty="0" err="1"/>
              <a:t>Chọn</a:t>
            </a:r>
            <a:r>
              <a:rPr lang="en-US" sz="1400" dirty="0"/>
              <a:t> </a:t>
            </a:r>
            <a:r>
              <a:rPr lang="en-US" sz="1400" dirty="0" err="1"/>
              <a:t>số</a:t>
            </a:r>
            <a:r>
              <a:rPr lang="en-US" sz="1400" dirty="0"/>
              <a:t> </a:t>
            </a:r>
            <a:r>
              <a:rPr lang="en-US" sz="1400" dirty="0" err="1"/>
              <a:t>cụm</a:t>
            </a:r>
            <a:r>
              <a:rPr lang="en-US" sz="1400" dirty="0"/>
              <a:t> K</a:t>
            </a:r>
          </a:p>
          <a:p>
            <a:pPr>
              <a:lnSpc>
                <a:spcPct val="110000"/>
              </a:lnSpc>
            </a:pPr>
            <a:r>
              <a:rPr lang="en-US" sz="1400" dirty="0" err="1"/>
              <a:t>Gán</a:t>
            </a:r>
            <a:r>
              <a:rPr lang="en-US" sz="1400" dirty="0"/>
              <a:t> </a:t>
            </a:r>
            <a:r>
              <a:rPr lang="en-US" sz="1400" dirty="0" err="1"/>
              <a:t>dữ</a:t>
            </a:r>
            <a:r>
              <a:rPr lang="en-US" sz="1400" dirty="0"/>
              <a:t> </a:t>
            </a:r>
            <a:r>
              <a:rPr lang="en-US" sz="1400" dirty="0" err="1"/>
              <a:t>liệu</a:t>
            </a:r>
            <a:r>
              <a:rPr lang="en-US" sz="1400" dirty="0"/>
              <a:t> </a:t>
            </a:r>
            <a:r>
              <a:rPr lang="en-US" sz="1400" dirty="0" err="1"/>
              <a:t>vào</a:t>
            </a:r>
            <a:r>
              <a:rPr lang="en-US" sz="1400" dirty="0"/>
              <a:t> </a:t>
            </a:r>
            <a:r>
              <a:rPr lang="en-US" sz="1400" dirty="0" err="1"/>
              <a:t>cụm</a:t>
            </a:r>
            <a:r>
              <a:rPr lang="en-US" sz="1400" dirty="0"/>
              <a:t> </a:t>
            </a:r>
            <a:r>
              <a:rPr lang="en-US" sz="1400" dirty="0" err="1"/>
              <a:t>gần</a:t>
            </a:r>
            <a:r>
              <a:rPr lang="en-US" sz="1400" dirty="0"/>
              <a:t> </a:t>
            </a:r>
            <a:r>
              <a:rPr lang="en-US" sz="1400" dirty="0" err="1"/>
              <a:t>nhất</a:t>
            </a:r>
            <a:endParaRPr lang="en-US" sz="1400" dirty="0"/>
          </a:p>
          <a:p>
            <a:pPr>
              <a:lnSpc>
                <a:spcPct val="110000"/>
              </a:lnSpc>
            </a:pPr>
            <a:r>
              <a:rPr lang="en-US" sz="1400" dirty="0" err="1"/>
              <a:t>Cập</a:t>
            </a:r>
            <a:r>
              <a:rPr lang="en-US" sz="1400" dirty="0"/>
              <a:t> </a:t>
            </a:r>
            <a:r>
              <a:rPr lang="en-US" sz="1400" dirty="0" err="1"/>
              <a:t>nhật</a:t>
            </a:r>
            <a:r>
              <a:rPr lang="en-US" sz="1400" dirty="0"/>
              <a:t> </a:t>
            </a:r>
            <a:r>
              <a:rPr lang="en-US" sz="1400" dirty="0" err="1"/>
              <a:t>tâm</a:t>
            </a:r>
            <a:r>
              <a:rPr lang="en-US" sz="1400" dirty="0"/>
              <a:t> </a:t>
            </a:r>
            <a:r>
              <a:rPr lang="en-US" sz="1400" dirty="0" err="1"/>
              <a:t>cụm</a:t>
            </a:r>
            <a:endParaRPr lang="en-US" sz="1400" dirty="0"/>
          </a:p>
          <a:p>
            <a:pPr>
              <a:lnSpc>
                <a:spcPct val="110000"/>
              </a:lnSpc>
            </a:pPr>
            <a:r>
              <a:rPr lang="en-US" sz="1400" dirty="0" err="1"/>
              <a:t>Lặp</a:t>
            </a:r>
            <a:r>
              <a:rPr lang="en-US" sz="1400" dirty="0"/>
              <a:t> </a:t>
            </a:r>
            <a:r>
              <a:rPr lang="en-US" sz="1400" dirty="0" err="1"/>
              <a:t>đến</a:t>
            </a:r>
            <a:r>
              <a:rPr lang="en-US" sz="1400" dirty="0"/>
              <a:t> </a:t>
            </a:r>
            <a:r>
              <a:rPr lang="en-US" sz="1400" dirty="0" err="1"/>
              <a:t>khi</a:t>
            </a:r>
            <a:r>
              <a:rPr lang="en-US" sz="1400" dirty="0"/>
              <a:t> </a:t>
            </a:r>
            <a:r>
              <a:rPr lang="en-US" sz="1400" dirty="0" err="1"/>
              <a:t>hội</a:t>
            </a:r>
            <a:r>
              <a:rPr lang="en-US" sz="1400" dirty="0"/>
              <a:t> </a:t>
            </a:r>
            <a:r>
              <a:rPr lang="en-US" sz="1400" dirty="0" err="1"/>
              <a:t>tụ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 dirty="0"/>
              <a:t>Công </a:t>
            </a:r>
            <a:r>
              <a:rPr lang="en-US" sz="1400" b="1" dirty="0" err="1"/>
              <a:t>cụ</a:t>
            </a:r>
            <a:r>
              <a:rPr lang="en-US" sz="1400" b="1" dirty="0"/>
              <a:t>: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Python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Scikit-learn</a:t>
            </a:r>
          </a:p>
          <a:p>
            <a:pPr>
              <a:lnSpc>
                <a:spcPct val="110000"/>
              </a:lnSpc>
            </a:pPr>
            <a:r>
              <a:rPr lang="en-US" sz="1400" dirty="0"/>
              <a:t>VS Code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4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603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812465-8771-1130-B53E-0F18176B6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Thử nghiệm lựa chọn số cụm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2911A8C-62B1-6ABA-4A98-6D100F98DA60}"/>
              </a:ext>
            </a:extLst>
          </p:cNvPr>
          <p:cNvSpPr txBox="1"/>
          <p:nvPr/>
        </p:nvSpPr>
        <p:spPr>
          <a:xfrm>
            <a:off x="640080" y="2633236"/>
            <a:ext cx="5737860" cy="3666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K </a:t>
            </a:r>
            <a:r>
              <a:rPr lang="en-US" dirty="0" err="1"/>
              <a:t>từ</a:t>
            </a:r>
            <a:r>
              <a:rPr lang="en-US" dirty="0"/>
              <a:t> 2 → 10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:</a:t>
            </a:r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/>
              <a:t>K = 2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809100-3D00-7F54-3D18-07FFB020E5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5508526"/>
              </p:ext>
            </p:extLst>
          </p:nvPr>
        </p:nvGraphicFramePr>
        <p:xfrm>
          <a:off x="7155179" y="1056070"/>
          <a:ext cx="4375830" cy="5102484"/>
        </p:xfrm>
        <a:graphic>
          <a:graphicData uri="http://schemas.openxmlformats.org/drawingml/2006/table">
            <a:tbl>
              <a:tblPr firstRow="1" bandRow="1">
                <a:solidFill>
                  <a:schemeClr val="accent1">
                    <a:lumMod val="20000"/>
                    <a:lumOff val="80000"/>
                  </a:schemeClr>
                </a:solidFill>
              </a:tblPr>
              <a:tblGrid>
                <a:gridCol w="1652052">
                  <a:extLst>
                    <a:ext uri="{9D8B030D-6E8A-4147-A177-3AD203B41FA5}">
                      <a16:colId xmlns:a16="http://schemas.microsoft.com/office/drawing/2014/main" val="2876943543"/>
                    </a:ext>
                  </a:extLst>
                </a:gridCol>
                <a:gridCol w="2723778">
                  <a:extLst>
                    <a:ext uri="{9D8B030D-6E8A-4147-A177-3AD203B41FA5}">
                      <a16:colId xmlns:a16="http://schemas.microsoft.com/office/drawing/2014/main" val="3304968840"/>
                    </a:ext>
                  </a:extLst>
                </a:gridCol>
              </a:tblGrid>
              <a:tr h="6045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cap="all" spc="60" dirty="0">
                          <a:solidFill>
                            <a:schemeClr val="tx1"/>
                          </a:solidFill>
                        </a:rPr>
                        <a:t>K</a:t>
                      </a:r>
                    </a:p>
                  </a:txBody>
                  <a:tcPr marL="166645" marR="166645" marT="166645" marB="16664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cap="all" spc="60" dirty="0">
                          <a:solidFill>
                            <a:schemeClr val="tx1"/>
                          </a:solidFill>
                        </a:rPr>
                        <a:t>Score</a:t>
                      </a:r>
                    </a:p>
                  </a:txBody>
                  <a:tcPr marL="166645" marR="166645" marT="166645" marB="16664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314037"/>
                  </a:ext>
                </a:extLst>
              </a:tr>
              <a:tr h="4997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0" marR="118558" marT="36485" marB="111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0.655</a:t>
                      </a:r>
                    </a:p>
                  </a:txBody>
                  <a:tcPr marL="0" marR="118558" marT="36485" marB="111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765525"/>
                  </a:ext>
                </a:extLst>
              </a:tr>
              <a:tr h="4997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0" marR="118558" marT="36485" marB="111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0.196</a:t>
                      </a:r>
                    </a:p>
                  </a:txBody>
                  <a:tcPr marL="0" marR="118558" marT="36485" marB="111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779528"/>
                  </a:ext>
                </a:extLst>
              </a:tr>
              <a:tr h="4997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0" marR="118558" marT="36485" marB="111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0.198</a:t>
                      </a:r>
                    </a:p>
                  </a:txBody>
                  <a:tcPr marL="0" marR="118558" marT="36485" marB="111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889814"/>
                  </a:ext>
                </a:extLst>
              </a:tr>
              <a:tr h="4997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0" marR="118558" marT="36485" marB="111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0.202</a:t>
                      </a:r>
                    </a:p>
                  </a:txBody>
                  <a:tcPr marL="0" marR="118558" marT="36485" marB="111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358190"/>
                  </a:ext>
                </a:extLst>
              </a:tr>
              <a:tr h="4997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0" marR="118558" marT="36485" marB="111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0.217</a:t>
                      </a:r>
                    </a:p>
                  </a:txBody>
                  <a:tcPr marL="0" marR="118558" marT="36485" marB="111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254534"/>
                  </a:ext>
                </a:extLst>
              </a:tr>
              <a:tr h="4997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0" marR="118558" marT="36485" marB="111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0.218</a:t>
                      </a:r>
                    </a:p>
                  </a:txBody>
                  <a:tcPr marL="0" marR="118558" marT="36485" marB="111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468543"/>
                  </a:ext>
                </a:extLst>
              </a:tr>
              <a:tr h="4997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0" marR="118558" marT="36485" marB="111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0.226</a:t>
                      </a:r>
                    </a:p>
                  </a:txBody>
                  <a:tcPr marL="0" marR="118558" marT="36485" marB="111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118614"/>
                  </a:ext>
                </a:extLst>
              </a:tr>
              <a:tr h="4997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0" marR="118558" marT="36485" marB="111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0.202</a:t>
                      </a:r>
                    </a:p>
                  </a:txBody>
                  <a:tcPr marL="0" marR="118558" marT="36485" marB="111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686048"/>
                  </a:ext>
                </a:extLst>
              </a:tr>
              <a:tr h="4997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118558" marT="36485" marB="111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0.203</a:t>
                      </a:r>
                    </a:p>
                  </a:txBody>
                  <a:tcPr marL="0" marR="118558" marT="36485" marB="11109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755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0757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E1D7ED-7559-BEF5-14C7-74EEB46A4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0"/>
            <a:ext cx="5752093" cy="1097280"/>
          </a:xfrm>
        </p:spPr>
        <p:txBody>
          <a:bodyPr>
            <a:normAutofit/>
          </a:bodyPr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EAFC7-3082-8CEC-EF91-B2FE8DFCC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6205"/>
            <a:ext cx="5752095" cy="3661713"/>
          </a:xfrm>
        </p:spPr>
        <p:txBody>
          <a:bodyPr>
            <a:normAutofit/>
          </a:bodyPr>
          <a:lstStyle/>
          <a:p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:</a:t>
            </a:r>
          </a:p>
          <a:p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.</a:t>
            </a:r>
          </a:p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.</a:t>
            </a:r>
          </a:p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.</a:t>
            </a:r>
          </a:p>
          <a:p>
            <a:r>
              <a:rPr lang="en-US" dirty="0"/>
              <a:t>Quan </a:t>
            </a:r>
            <a:r>
              <a:rPr lang="en-US" dirty="0" err="1"/>
              <a:t>sát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vi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05C3D9-24D1-852D-E1A7-D2B998249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7056" y="622561"/>
            <a:ext cx="4012365" cy="26581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F4CEEC-9A71-4FF0-6471-8663D165A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0338" y="3607283"/>
            <a:ext cx="3685800" cy="269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91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E79A1B-CD4E-DD01-D056-D5E43A20E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9126" y="979051"/>
            <a:ext cx="2811879" cy="1807048"/>
          </a:xfrm>
        </p:spPr>
        <p:txBody>
          <a:bodyPr anchor="b">
            <a:normAutofit/>
          </a:bodyPr>
          <a:lstStyle/>
          <a:p>
            <a:r>
              <a:rPr lang="en-US" sz="3600" dirty="0" err="1"/>
              <a:t>Kết</a:t>
            </a:r>
            <a:r>
              <a:rPr lang="en-US" sz="3600" dirty="0"/>
              <a:t> </a:t>
            </a:r>
            <a:r>
              <a:rPr lang="en-US" sz="3600" dirty="0" err="1"/>
              <a:t>quả</a:t>
            </a:r>
            <a:r>
              <a:rPr lang="en-US" sz="3600" dirty="0"/>
              <a:t> </a:t>
            </a:r>
            <a:r>
              <a:rPr lang="en-US" sz="3600" dirty="0" err="1"/>
              <a:t>phân</a:t>
            </a:r>
            <a:r>
              <a:rPr lang="en-US" sz="3600" dirty="0"/>
              <a:t> </a:t>
            </a:r>
            <a:r>
              <a:rPr lang="en-US" sz="3600" dirty="0" err="1"/>
              <a:t>cụm</a:t>
            </a: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F0C5DF-79D1-3EA9-7258-870765B77E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009"/>
          <a:stretch>
            <a:fillRect/>
          </a:stretch>
        </p:blipFill>
        <p:spPr>
          <a:xfrm>
            <a:off x="20" y="535709"/>
            <a:ext cx="8229580" cy="582064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2C7985C-B0C3-CC50-E86A-B5EBA40E0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" y="6359240"/>
            <a:ext cx="82296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FB1BC-BC3B-4DAB-6A9C-EAB1D305E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9128" y="2922624"/>
            <a:ext cx="2811880" cy="3409950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quả</a:t>
            </a:r>
            <a:r>
              <a:rPr lang="en-US" b="1" dirty="0"/>
              <a:t> </a:t>
            </a:r>
            <a:r>
              <a:rPr lang="en-US" b="1" dirty="0" err="1"/>
              <a:t>mô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:</a:t>
            </a:r>
          </a:p>
          <a:p>
            <a:pPr>
              <a:lnSpc>
                <a:spcPct val="110000"/>
              </a:lnSpc>
            </a:pPr>
            <a:r>
              <a:rPr lang="en-US" dirty="0"/>
              <a:t>Chia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2 </a:t>
            </a:r>
            <a:r>
              <a:rPr lang="en-US" dirty="0" err="1"/>
              <a:t>nhóm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</a:pPr>
            <a:r>
              <a:rPr lang="en-US" dirty="0"/>
              <a:t>Các </a:t>
            </a:r>
            <a:r>
              <a:rPr lang="en-US" dirty="0" err="1"/>
              <a:t>cụm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 err="1"/>
              <a:t>Đánh</a:t>
            </a:r>
            <a:r>
              <a:rPr lang="en-US" b="1" dirty="0"/>
              <a:t> </a:t>
            </a:r>
            <a:r>
              <a:rPr lang="en-US" b="1" dirty="0" err="1"/>
              <a:t>giá</a:t>
            </a:r>
            <a:r>
              <a:rPr lang="en-US" b="1" dirty="0"/>
              <a:t>:</a:t>
            </a:r>
          </a:p>
          <a:p>
            <a:pPr>
              <a:lnSpc>
                <a:spcPct val="110000"/>
              </a:lnSpc>
            </a:pPr>
            <a:r>
              <a:rPr lang="en-US" dirty="0"/>
              <a:t>Silhouette Score = 0.684</a:t>
            </a:r>
          </a:p>
          <a:p>
            <a:pPr>
              <a:lnSpc>
                <a:spcPct val="11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704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39CCEF-B943-F3F2-95E9-AFF4D005E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xét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82C583-3A6E-0390-683D-BC209E443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409312"/>
            <a:ext cx="5648193" cy="145440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C2DFE-F213-83E4-A64A-9F57D6CD7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cụm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K-Means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chia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b="1" dirty="0"/>
              <a:t>2 </a:t>
            </a:r>
            <a:r>
              <a:rPr lang="en-US" b="1" dirty="0" err="1"/>
              <a:t>nhóm</a:t>
            </a:r>
            <a:r>
              <a:rPr lang="en-US" b="1" dirty="0"/>
              <a:t> </a:t>
            </a:r>
            <a:r>
              <a:rPr lang="en-US" b="1" dirty="0" err="1"/>
              <a:t>khách</a:t>
            </a:r>
            <a:r>
              <a:rPr lang="en-US" b="1" dirty="0"/>
              <a:t> </a:t>
            </a:r>
            <a:r>
              <a:rPr lang="en-US" b="1" dirty="0" err="1"/>
              <a:t>hàng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tách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. </a:t>
            </a:r>
            <a:r>
              <a:rPr lang="en-US" dirty="0" err="1"/>
              <a:t>Cụm</a:t>
            </a:r>
            <a:r>
              <a:rPr lang="en-US" dirty="0"/>
              <a:t> 0 </a:t>
            </a:r>
            <a:r>
              <a:rPr lang="en-US" dirty="0" err="1"/>
              <a:t>chiếm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,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cụm</a:t>
            </a:r>
            <a:r>
              <a:rPr lang="en-US" dirty="0"/>
              <a:t> 1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ít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vi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.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b="1" dirty="0"/>
              <a:t>Silhouette Score = 0.684</a:t>
            </a:r>
            <a:r>
              <a:rPr lang="en-US" dirty="0"/>
              <a:t>,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cụm</a:t>
            </a:r>
            <a:r>
              <a:rPr lang="en-US" dirty="0"/>
              <a:t> </a:t>
            </a:r>
            <a:r>
              <a:rPr lang="en-US" dirty="0" err="1"/>
              <a:t>khá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380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348CA-1024-6C5C-63D2-F05DAD99F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US"/>
              <a:t>Kết</a:t>
            </a:r>
            <a:r>
              <a:rPr lang="en-US" dirty="0"/>
              <a:t> </a:t>
            </a:r>
            <a:r>
              <a:rPr lang="en-US"/>
              <a:t>luận</a:t>
            </a:r>
            <a:endParaRPr lang="en-US" dirty="0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AD35C469-B030-AF72-7E84-4E6EBEED09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232" y="2256287"/>
            <a:ext cx="3760459" cy="376045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2587B-4B21-ADBA-D1C7-9957D28A9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quả</a:t>
            </a:r>
            <a:r>
              <a:rPr lang="en-US" b="1" dirty="0"/>
              <a:t> </a:t>
            </a:r>
            <a:r>
              <a:rPr lang="en-US" b="1" dirty="0" err="1"/>
              <a:t>đạt</a:t>
            </a:r>
            <a:r>
              <a:rPr lang="en-US" b="1" dirty="0"/>
              <a:t> </a:t>
            </a:r>
            <a:r>
              <a:rPr lang="en-US" b="1" dirty="0" err="1"/>
              <a:t>được</a:t>
            </a:r>
            <a:r>
              <a:rPr lang="en-US" b="1" dirty="0"/>
              <a:t>:</a:t>
            </a:r>
          </a:p>
          <a:p>
            <a:r>
              <a:rPr lang="en-US" dirty="0"/>
              <a:t>Hoàn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.</a:t>
            </a:r>
          </a:p>
          <a:p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K-Means.</a:t>
            </a:r>
          </a:p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.</a:t>
            </a:r>
          </a:p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b="1" dirty="0"/>
              <a:t>K = 2</a:t>
            </a:r>
          </a:p>
          <a:p>
            <a:r>
              <a:rPr lang="en-US" dirty="0"/>
              <a:t>Silhouette Score = 0.655</a:t>
            </a:r>
          </a:p>
          <a:p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914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8C744B-EF5D-02C7-7C2B-CFA5445CC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/>
              <a:t>Hướng phát triển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7B0553BE-D1D8-BFC6-075E-115E98FC83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1747011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4933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A75E97-A476-E539-8F4A-ADA1EE7DA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0442" y="4474103"/>
            <a:ext cx="7031117" cy="93390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/>
              <a:t>Xin cảm ơn!</a:t>
            </a:r>
          </a:p>
        </p:txBody>
      </p:sp>
      <p:pic>
        <p:nvPicPr>
          <p:cNvPr id="17" name="Graphic 16" descr="Minimize">
            <a:extLst>
              <a:ext uri="{FF2B5EF4-FFF2-40B4-BE49-F238E27FC236}">
                <a16:creationId xmlns:a16="http://schemas.microsoft.com/office/drawing/2014/main" id="{ADC04B7F-1CDA-9142-49D6-2D42E75421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46210" y="409300"/>
            <a:ext cx="3899580" cy="389958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03FCC9E-47A2-69B7-68E7-7FA95EAD5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1680" y="5662526"/>
            <a:ext cx="548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303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550</Words>
  <Application>Microsoft Office PowerPoint</Application>
  <PresentationFormat>Widescreen</PresentationFormat>
  <Paragraphs>112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Bierstadt</vt:lpstr>
      <vt:lpstr>Grandview Display</vt:lpstr>
      <vt:lpstr>DashVTI</vt:lpstr>
      <vt:lpstr>ĐỀ TÀI: PHÂN TÍCH VÀ PHÂN CỤM KHÁCH HÀNG ĐẶT PHÒNG KHÁCH SẠN BẰNG THUẬT TOÁN K-MEANS</vt:lpstr>
      <vt:lpstr>Giới thiệu đề tài</vt:lpstr>
      <vt:lpstr>Dữ liệu sử dụng</vt:lpstr>
      <vt:lpstr>Quy trình thực hiện</vt:lpstr>
      <vt:lpstr>Tiền xử lý dữ liệu</vt:lpstr>
      <vt:lpstr>Thuật toán sử dụng</vt:lpstr>
      <vt:lpstr>Thử nghiệm lựa chọn số cụm</vt:lpstr>
      <vt:lpstr>Kết quả phân tích dữ liệu</vt:lpstr>
      <vt:lpstr>Kết quả phân cụm</vt:lpstr>
      <vt:lpstr>Nhận xét kết quả</vt:lpstr>
      <vt:lpstr>Kết luận</vt:lpstr>
      <vt:lpstr>Hướng phát triển</vt:lpstr>
      <vt:lpstr>Xin cảm ơn!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Quynh Pham</dc:creator>
  <cp:lastModifiedBy>Quynh Pham</cp:lastModifiedBy>
  <cp:revision>1</cp:revision>
  <dcterms:created xsi:type="dcterms:W3CDTF">2026-06-21T02:59:39Z</dcterms:created>
  <dcterms:modified xsi:type="dcterms:W3CDTF">2026-06-21T03:15:21Z</dcterms:modified>
</cp:coreProperties>
</file>